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theme/theme5.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8" r:id="rId2"/>
    <p:sldMasterId id="2147483704" r:id="rId3"/>
    <p:sldMasterId id="2147483739" r:id="rId4"/>
  </p:sldMasterIdLst>
  <p:notesMasterIdLst>
    <p:notesMasterId r:id="rId19"/>
  </p:notesMasterIdLst>
  <p:sldIdLst>
    <p:sldId id="341" r:id="rId5"/>
    <p:sldId id="2147483349" r:id="rId6"/>
    <p:sldId id="2147478497" r:id="rId7"/>
    <p:sldId id="2147483608" r:id="rId8"/>
    <p:sldId id="2147483603" r:id="rId9"/>
    <p:sldId id="2147483558" r:id="rId10"/>
    <p:sldId id="2147483524" r:id="rId11"/>
    <p:sldId id="2147483523" r:id="rId12"/>
    <p:sldId id="2147483604" r:id="rId13"/>
    <p:sldId id="2147483606" r:id="rId14"/>
    <p:sldId id="2147483605" r:id="rId15"/>
    <p:sldId id="2147483559" r:id="rId16"/>
    <p:sldId id="2147483607" r:id="rId17"/>
    <p:sldId id="214748345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CB59A3-6B55-4308-B458-D28F4C1859FE}" v="929" dt="2026-02-04T23:57:28.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447" autoAdjust="0"/>
  </p:normalViewPr>
  <p:slideViewPr>
    <p:cSldViewPr snapToGrid="0">
      <p:cViewPr varScale="1">
        <p:scale>
          <a:sx n="59" d="100"/>
          <a:sy n="59" d="100"/>
        </p:scale>
        <p:origin x="9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BF7A7-2848-4FF7-8F5D-63E4C9BC0F80}" type="datetimeFigureOut">
              <a:rPr lang="en-US" smtClean="0"/>
              <a:t>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70C112-5666-4575-8222-512848539CF9}" type="slidenum">
              <a:rPr lang="en-US" smtClean="0"/>
              <a:t>‹#›</a:t>
            </a:fld>
            <a:endParaRPr lang="en-US"/>
          </a:p>
        </p:txBody>
      </p:sp>
    </p:spTree>
    <p:extLst>
      <p:ext uri="{BB962C8B-B14F-4D97-AF65-F5344CB8AC3E}">
        <p14:creationId xmlns:p14="http://schemas.microsoft.com/office/powerpoint/2010/main" val="33734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a:t>
            </a:r>
          </a:p>
          <a:p>
            <a:r>
              <a:rPr lang="en-US" dirty="0"/>
              <a:t>Goals – types of </a:t>
            </a:r>
            <a:r>
              <a:rPr lang="en-US" dirty="0" err="1"/>
              <a:t>softwares</a:t>
            </a:r>
            <a:r>
              <a:rPr lang="en-US" dirty="0"/>
              <a:t>, proprietary vs open-source. Depends on companies. Invest time vs $.</a:t>
            </a:r>
          </a:p>
          <a:p>
            <a:r>
              <a:rPr lang="en-US" dirty="0"/>
              <a:t>Session 1 – </a:t>
            </a:r>
            <a:r>
              <a:rPr lang="en-US" dirty="0" err="1"/>
              <a:t>Github</a:t>
            </a:r>
            <a:r>
              <a:rPr lang="en-US" dirty="0"/>
              <a:t> and Radar slides (5 min) followed by </a:t>
            </a:r>
            <a:r>
              <a:rPr lang="en-US" dirty="0" err="1"/>
              <a:t>Github</a:t>
            </a:r>
            <a:r>
              <a:rPr lang="en-US" dirty="0"/>
              <a:t> overview (25 min)</a:t>
            </a:r>
          </a:p>
          <a:p>
            <a:r>
              <a:rPr lang="en-US" dirty="0"/>
              <a:t>Session 2 – Python slide and session (15 min), Radar slide and session (15 min). Radar may go over the </a:t>
            </a:r>
            <a:r>
              <a:rPr lang="en-US" dirty="0" err="1"/>
              <a:t>alotted</a:t>
            </a:r>
            <a:r>
              <a:rPr lang="en-US" dirty="0"/>
              <a:t> time, but session 3 will be shorter to compensate.</a:t>
            </a:r>
          </a:p>
          <a:p>
            <a:r>
              <a:rPr lang="en-US" dirty="0"/>
              <a:t>Session 3 – Radar slide and session (30 min)</a:t>
            </a:r>
          </a:p>
          <a:p>
            <a:r>
              <a:rPr lang="en-US" dirty="0"/>
              <a:t>Session 4 – Python slide and session (30 min)</a:t>
            </a:r>
          </a:p>
          <a:p>
            <a:r>
              <a:rPr lang="en-US" dirty="0"/>
              <a:t>Session 5 – Radar slide and session (30 min)</a:t>
            </a:r>
          </a:p>
          <a:p>
            <a:endParaRPr lang="en-US" dirty="0"/>
          </a:p>
          <a:p>
            <a:r>
              <a:rPr lang="en-US" dirty="0"/>
              <a:t>Wasim – slides 1-3, timekeeper, facilitating between sessions</a:t>
            </a:r>
          </a:p>
        </p:txBody>
      </p:sp>
      <p:sp>
        <p:nvSpPr>
          <p:cNvPr id="4" name="Slide Number Placeholder 3"/>
          <p:cNvSpPr>
            <a:spLocks noGrp="1"/>
          </p:cNvSpPr>
          <p:nvPr>
            <p:ph type="sldNum" sz="quarter" idx="5"/>
          </p:nvPr>
        </p:nvSpPr>
        <p:spPr/>
        <p:txBody>
          <a:bodyPr/>
          <a:lstStyle/>
          <a:p>
            <a:fld id="{5270C112-5666-4575-8222-512848539CF9}" type="slidenum">
              <a:rPr lang="en-US" smtClean="0"/>
              <a:t>3</a:t>
            </a:fld>
            <a:endParaRPr lang="en-US"/>
          </a:p>
        </p:txBody>
      </p:sp>
    </p:spTree>
    <p:extLst>
      <p:ext uri="{BB962C8B-B14F-4D97-AF65-F5344CB8AC3E}">
        <p14:creationId xmlns:p14="http://schemas.microsoft.com/office/powerpoint/2010/main" val="3158739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57BE4-BD3F-1B47-05AD-C2F18C4F9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56069-B713-5B2C-DC52-F66EA3E07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9B33-2A76-9076-685F-EB398A347789}"/>
              </a:ext>
            </a:extLst>
          </p:cNvPr>
          <p:cNvSpPr>
            <a:spLocks noGrp="1"/>
          </p:cNvSpPr>
          <p:nvPr>
            <p:ph type="body" idx="1"/>
          </p:nvPr>
        </p:nvSpPr>
        <p:spPr/>
        <p:txBody>
          <a:bodyPr/>
          <a:lstStyle/>
          <a:p>
            <a:r>
              <a:rPr lang="en-US" dirty="0"/>
              <a:t>Agenda:</a:t>
            </a:r>
          </a:p>
          <a:p>
            <a:r>
              <a:rPr lang="en-US" dirty="0"/>
              <a:t>Goals – types of </a:t>
            </a:r>
            <a:r>
              <a:rPr lang="en-US" dirty="0" err="1"/>
              <a:t>softwares</a:t>
            </a:r>
            <a:r>
              <a:rPr lang="en-US" dirty="0"/>
              <a:t>, proprietary vs open-source. Depends on companies. Invest time vs $.</a:t>
            </a:r>
          </a:p>
          <a:p>
            <a:r>
              <a:rPr lang="en-US" dirty="0"/>
              <a:t>Session 1 – </a:t>
            </a:r>
            <a:r>
              <a:rPr lang="en-US" dirty="0" err="1"/>
              <a:t>Github</a:t>
            </a:r>
            <a:r>
              <a:rPr lang="en-US" dirty="0"/>
              <a:t> and Radar slides (5 min) followed by </a:t>
            </a:r>
            <a:r>
              <a:rPr lang="en-US" dirty="0" err="1"/>
              <a:t>Github</a:t>
            </a:r>
            <a:r>
              <a:rPr lang="en-US" dirty="0"/>
              <a:t> overview (25 min)</a:t>
            </a:r>
          </a:p>
          <a:p>
            <a:r>
              <a:rPr lang="en-US" dirty="0"/>
              <a:t>Session 2 – Python slide and session (15 min), Radar slide and session (15 min). Radar may go over the </a:t>
            </a:r>
            <a:r>
              <a:rPr lang="en-US" dirty="0" err="1"/>
              <a:t>alotted</a:t>
            </a:r>
            <a:r>
              <a:rPr lang="en-US" dirty="0"/>
              <a:t> time, but session 3 will be shorter to compensate.</a:t>
            </a:r>
          </a:p>
          <a:p>
            <a:r>
              <a:rPr lang="en-US" dirty="0"/>
              <a:t>Session 3 – Radar slide and session (30 min)</a:t>
            </a:r>
          </a:p>
          <a:p>
            <a:r>
              <a:rPr lang="en-US" dirty="0"/>
              <a:t>Session 4 – Python slide and session (30 min)</a:t>
            </a:r>
          </a:p>
          <a:p>
            <a:r>
              <a:rPr lang="en-US" dirty="0"/>
              <a:t>Session 5 – Radar slide and session (30 min)</a:t>
            </a:r>
          </a:p>
          <a:p>
            <a:endParaRPr lang="en-US" dirty="0"/>
          </a:p>
          <a:p>
            <a:r>
              <a:rPr lang="en-US" dirty="0"/>
              <a:t>Wasim – slides 1-3, timekeeper, facilitating between sessions</a:t>
            </a:r>
          </a:p>
        </p:txBody>
      </p:sp>
      <p:sp>
        <p:nvSpPr>
          <p:cNvPr id="4" name="Slide Number Placeholder 3">
            <a:extLst>
              <a:ext uri="{FF2B5EF4-FFF2-40B4-BE49-F238E27FC236}">
                <a16:creationId xmlns:a16="http://schemas.microsoft.com/office/drawing/2014/main" id="{DBCF79BF-43FA-90ED-798A-B64F64138AF9}"/>
              </a:ext>
            </a:extLst>
          </p:cNvPr>
          <p:cNvSpPr>
            <a:spLocks noGrp="1"/>
          </p:cNvSpPr>
          <p:nvPr>
            <p:ph type="sldNum" sz="quarter" idx="5"/>
          </p:nvPr>
        </p:nvSpPr>
        <p:spPr/>
        <p:txBody>
          <a:bodyPr/>
          <a:lstStyle/>
          <a:p>
            <a:fld id="{5270C112-5666-4575-8222-512848539CF9}" type="slidenum">
              <a:rPr lang="en-US" smtClean="0"/>
              <a:t>4</a:t>
            </a:fld>
            <a:endParaRPr lang="en-US"/>
          </a:p>
        </p:txBody>
      </p:sp>
    </p:spTree>
    <p:extLst>
      <p:ext uri="{BB962C8B-B14F-4D97-AF65-F5344CB8AC3E}">
        <p14:creationId xmlns:p14="http://schemas.microsoft.com/office/powerpoint/2010/main" val="1924304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Policy, EP, OLEP, rating characteristics</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561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B4FC5-07E6-256D-57B3-D8FB2E0AE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7F045-4D4C-B5F8-BE5E-02DD370395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AC1DCE-9202-B0C8-B4B1-23B9058BB08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728AD9-D934-EC2C-0C62-C7D321E3788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3BCCA8E-E054-4945-93F6-8F3E2A7D5A2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63238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emf"/></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6.emf"/></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6.emf"/></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1col ">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hasCustomPrompt="1"/>
          </p:nvPr>
        </p:nvSpPr>
        <p:spPr>
          <a:xfrm>
            <a:off x="457199" y="1645920"/>
            <a:ext cx="11247120" cy="4179888"/>
          </a:xfrm>
        </p:spPr>
        <p:txBody>
          <a:bodyPr tIns="0" rIns="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1" name="Footer Placeholder 3">
            <a:extLst>
              <a:ext uri="{FF2B5EF4-FFF2-40B4-BE49-F238E27FC236}">
                <a16:creationId xmlns:a16="http://schemas.microsoft.com/office/drawing/2014/main" id="{D2359F6F-3E33-431F-A142-0369460ED8C9}"/>
              </a:ext>
            </a:extLst>
          </p:cNvPr>
          <p:cNvSpPr>
            <a:spLocks noGrp="1"/>
          </p:cNvSpPr>
          <p:nvPr>
            <p:ph type="ftr" sz="quarter" idx="10"/>
          </p:nvPr>
        </p:nvSpPr>
        <p:spPr>
          <a:xfrm>
            <a:off x="457199" y="6519672"/>
            <a:ext cx="6035040" cy="91440"/>
          </a:xfrm>
        </p:spPr>
        <p:txBody>
          <a:bodyPr anchor="t" anchorCtr="0"/>
          <a:lstStyle>
            <a:lvl1pPr>
              <a:defRPr b="0" i="0"/>
            </a:lvl1pPr>
          </a:lstStyle>
          <a:p>
            <a:r>
              <a:rPr lang="en-US"/>
              <a:t>© 2026 WTW. Proprietary and confidential. For WTW and WTW client use only.</a:t>
            </a:r>
          </a:p>
        </p:txBody>
      </p:sp>
      <p:pic>
        <p:nvPicPr>
          <p:cNvPr id="12" name="Picture 11" descr="Icon&#10;&#10;Description automatically generated with low confidence">
            <a:extLst>
              <a:ext uri="{FF2B5EF4-FFF2-40B4-BE49-F238E27FC236}">
                <a16:creationId xmlns:a16="http://schemas.microsoft.com/office/drawing/2014/main" id="{F9CB4D68-4B51-4D61-9A53-702C3163D22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15600" y="6433073"/>
            <a:ext cx="647317"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Tree>
    <p:extLst>
      <p:ext uri="{BB962C8B-B14F-4D97-AF65-F5344CB8AC3E}">
        <p14:creationId xmlns:p14="http://schemas.microsoft.com/office/powerpoint/2010/main" val="2877470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blank">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9" name="Footer Placeholder 3">
            <a:extLst>
              <a:ext uri="{FF2B5EF4-FFF2-40B4-BE49-F238E27FC236}">
                <a16:creationId xmlns:a16="http://schemas.microsoft.com/office/drawing/2014/main" id="{9EA23606-82FD-4F7B-85F5-4B1E95D5F712}"/>
              </a:ext>
            </a:extLst>
          </p:cNvPr>
          <p:cNvSpPr>
            <a:spLocks noGrp="1"/>
          </p:cNvSpPr>
          <p:nvPr>
            <p:ph type="ftr" sz="quarter" idx="10"/>
          </p:nvPr>
        </p:nvSpPr>
        <p:spPr>
          <a:xfrm>
            <a:off x="457199" y="6519672"/>
            <a:ext cx="6035040" cy="91440"/>
          </a:xfrm>
        </p:spPr>
        <p:txBody>
          <a:bodyPr anchor="t" anchorCtr="0"/>
          <a:lstStyle>
            <a:lvl1pPr>
              <a:defRPr b="0" i="0"/>
            </a:lvl1pPr>
          </a:lstStyle>
          <a:p>
            <a:r>
              <a:rPr lang="en-US"/>
              <a:t>© 2026 WTW. Proprietary and confidential. For WTW and WTW client use only.</a:t>
            </a:r>
          </a:p>
        </p:txBody>
      </p:sp>
      <p:pic>
        <p:nvPicPr>
          <p:cNvPr id="10" name="Picture 9" descr="Icon&#10;&#10;Description automatically generated with low confidence">
            <a:extLst>
              <a:ext uri="{FF2B5EF4-FFF2-40B4-BE49-F238E27FC236}">
                <a16:creationId xmlns:a16="http://schemas.microsoft.com/office/drawing/2014/main" id="{ABF6B797-20B3-4E45-AA20-B11F6D20C68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15600" y="6433073"/>
            <a:ext cx="647317" cy="208999"/>
          </a:xfrm>
          <a:prstGeom prst="rect">
            <a:avLst/>
          </a:prstGeom>
        </p:spPr>
      </p:pic>
      <p:sp>
        <p:nvSpPr>
          <p:cNvPr id="11" name="Slide Number Placeholder 1">
            <a:extLst>
              <a:ext uri="{FF2B5EF4-FFF2-40B4-BE49-F238E27FC236}">
                <a16:creationId xmlns:a16="http://schemas.microsoft.com/office/drawing/2014/main" id="{7BB48365-87F8-49A1-91DF-B0D46B3CFF6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Tree>
    <p:extLst>
      <p:ext uri="{BB962C8B-B14F-4D97-AF65-F5344CB8AC3E}">
        <p14:creationId xmlns:p14="http://schemas.microsoft.com/office/powerpoint/2010/main" val="1853893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ntent header onl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3" name="Footer Placeholder 3">
            <a:extLst>
              <a:ext uri="{FF2B5EF4-FFF2-40B4-BE49-F238E27FC236}">
                <a16:creationId xmlns:a16="http://schemas.microsoft.com/office/drawing/2014/main" id="{B53F3C4F-6EAC-4C50-9CC6-6B8EAF48994E}"/>
              </a:ext>
            </a:extLst>
          </p:cNvPr>
          <p:cNvSpPr>
            <a:spLocks noGrp="1"/>
          </p:cNvSpPr>
          <p:nvPr>
            <p:ph type="ftr" sz="quarter" idx="10"/>
          </p:nvPr>
        </p:nvSpPr>
        <p:spPr>
          <a:xfrm>
            <a:off x="457199" y="6519672"/>
            <a:ext cx="6035040" cy="91440"/>
          </a:xfrm>
        </p:spPr>
        <p:txBody>
          <a:bodyPr anchor="t" anchorCtr="0"/>
          <a:lstStyle>
            <a:lvl1pPr>
              <a:defRPr b="0" i="0"/>
            </a:lvl1pPr>
          </a:lstStyle>
          <a:p>
            <a:r>
              <a:rPr lang="en-US"/>
              <a:t>© 2026 WTW. Proprietary and confidential. For WTW and WTW client use only.</a:t>
            </a:r>
          </a:p>
        </p:txBody>
      </p:sp>
      <p:pic>
        <p:nvPicPr>
          <p:cNvPr id="14" name="Picture 13" descr="Icon&#10;&#10;Description automatically generated with low confidence">
            <a:extLst>
              <a:ext uri="{FF2B5EF4-FFF2-40B4-BE49-F238E27FC236}">
                <a16:creationId xmlns:a16="http://schemas.microsoft.com/office/drawing/2014/main" id="{2FABE8C2-B407-4668-93E2-0AB50022711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15600" y="6433073"/>
            <a:ext cx="647317" cy="208999"/>
          </a:xfrm>
          <a:prstGeom prst="rect">
            <a:avLst/>
          </a:prstGeom>
        </p:spPr>
      </p:pic>
      <p:sp>
        <p:nvSpPr>
          <p:cNvPr id="15" name="Slide Number Placeholder 1">
            <a:extLst>
              <a:ext uri="{FF2B5EF4-FFF2-40B4-BE49-F238E27FC236}">
                <a16:creationId xmlns:a16="http://schemas.microsoft.com/office/drawing/2014/main" id="{7C71AD98-43C1-4B44-BD16-A2AC82688C8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9" name="Text Placeholder 25">
            <a:extLst>
              <a:ext uri="{FF2B5EF4-FFF2-40B4-BE49-F238E27FC236}">
                <a16:creationId xmlns:a16="http://schemas.microsoft.com/office/drawing/2014/main" id="{521BE056-4E7F-41B4-B79F-6147E6C0EA29}"/>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0" name="Title 15">
            <a:extLst>
              <a:ext uri="{FF2B5EF4-FFF2-40B4-BE49-F238E27FC236}">
                <a16:creationId xmlns:a16="http://schemas.microsoft.com/office/drawing/2014/main" id="{9C7F8C39-538A-4240-962A-CBD12505A7EE}"/>
              </a:ext>
            </a:extLst>
          </p:cNvPr>
          <p:cNvSpPr>
            <a:spLocks noGrp="1"/>
          </p:cNvSpPr>
          <p:nvPr>
            <p:ph type="title"/>
          </p:nvPr>
        </p:nvSpPr>
        <p:spPr>
          <a:xfrm>
            <a:off x="457200" y="457199"/>
            <a:ext cx="11247120" cy="457200"/>
          </a:xfrm>
        </p:spPr>
        <p:txBody>
          <a:bodyPr rIns="0"/>
          <a:lstStyle/>
          <a:p>
            <a:r>
              <a:rPr lang="en-US"/>
              <a:t>Click to edit Master title style</a:t>
            </a:r>
          </a:p>
        </p:txBody>
      </p:sp>
    </p:spTree>
    <p:extLst>
      <p:ext uri="{BB962C8B-B14F-4D97-AF65-F5344CB8AC3E}">
        <p14:creationId xmlns:p14="http://schemas.microsoft.com/office/powerpoint/2010/main" val="1755934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1"/>
            <a:ext cx="10192352" cy="3436882"/>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descr="Icon&#10;&#10;Description automatically generated with low confidence">
            <a:extLst>
              <a:ext uri="{FF2B5EF4-FFF2-40B4-BE49-F238E27FC236}">
                <a16:creationId xmlns:a16="http://schemas.microsoft.com/office/drawing/2014/main" id="{8D0481BC-8CF3-454D-9E5E-36168A3AFDF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5600" y="6433073"/>
            <a:ext cx="647317"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5" name="Footer Placeholder 3">
            <a:extLst>
              <a:ext uri="{FF2B5EF4-FFF2-40B4-BE49-F238E27FC236}">
                <a16:creationId xmlns:a16="http://schemas.microsoft.com/office/drawing/2014/main" id="{3D1CF1CD-EA9C-400E-A304-A5D3F5A684F5}"/>
              </a:ext>
            </a:extLst>
          </p:cNvPr>
          <p:cNvSpPr>
            <a:spLocks noGrp="1"/>
          </p:cNvSpPr>
          <p:nvPr>
            <p:ph type="ftr" sz="quarter" idx="10"/>
          </p:nvPr>
        </p:nvSpPr>
        <p:spPr>
          <a:xfrm>
            <a:off x="457199" y="6519672"/>
            <a:ext cx="6035040" cy="91440"/>
          </a:xfrm>
        </p:spPr>
        <p:txBody>
          <a:bodyPr anchor="t" anchorCtr="0"/>
          <a:lstStyle>
            <a:lvl1pPr>
              <a:defRPr b="0" i="0"/>
            </a:lvl1pPr>
          </a:lstStyle>
          <a:p>
            <a:r>
              <a:rPr lang="en-US"/>
              <a:t>© 2026 WTW. Proprietary and confidential. For WTW and WTW client use only.</a:t>
            </a:r>
          </a:p>
        </p:txBody>
      </p:sp>
    </p:spTree>
    <p:extLst>
      <p:ext uri="{BB962C8B-B14F-4D97-AF65-F5344CB8AC3E}">
        <p14:creationId xmlns:p14="http://schemas.microsoft.com/office/powerpoint/2010/main" val="1998868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with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2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2852517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1col_2 line headlin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E0816A-A18F-4FA0-84A3-052FE1DE205D}"/>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Rectangle 14">
            <a:extLst>
              <a:ext uri="{FF2B5EF4-FFF2-40B4-BE49-F238E27FC236}">
                <a16:creationId xmlns:a16="http://schemas.microsoft.com/office/drawing/2014/main" id="{50028726-36A9-4D68-AE5A-99DDB1E396C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Title 8">
            <a:extLst>
              <a:ext uri="{FF2B5EF4-FFF2-40B4-BE49-F238E27FC236}">
                <a16:creationId xmlns:a16="http://schemas.microsoft.com/office/drawing/2014/main" id="{1FADA34C-ABB2-4812-A4FE-3F09B5A82D8F}"/>
              </a:ext>
            </a:extLst>
          </p:cNvPr>
          <p:cNvSpPr>
            <a:spLocks noGrp="1"/>
          </p:cNvSpPr>
          <p:nvPr>
            <p:ph type="title" hasCustomPrompt="1"/>
          </p:nvPr>
        </p:nvSpPr>
        <p:spPr>
          <a:xfrm>
            <a:off x="457200" y="457199"/>
            <a:ext cx="11261723" cy="784226"/>
          </a:xfrm>
        </p:spPr>
        <p:txBody>
          <a:bodyPr rIns="0"/>
          <a:lstStyle>
            <a:lvl1pPr>
              <a:defRPr/>
            </a:lvl1pPr>
          </a:lstStyle>
          <a:p>
            <a:r>
              <a:rPr lang="en-US"/>
              <a:t>Click to edit Master title style</a:t>
            </a:r>
            <a:br>
              <a:rPr lang="en-US"/>
            </a:br>
            <a:r>
              <a:rPr lang="en-US"/>
              <a:t>two lines option</a:t>
            </a:r>
          </a:p>
        </p:txBody>
      </p:sp>
      <p:sp>
        <p:nvSpPr>
          <p:cNvPr id="14" name="Text Placeholder 25">
            <a:extLst>
              <a:ext uri="{FF2B5EF4-FFF2-40B4-BE49-F238E27FC236}">
                <a16:creationId xmlns:a16="http://schemas.microsoft.com/office/drawing/2014/main" id="{24D67745-6C65-463F-BC80-C2616D3736AB}"/>
              </a:ext>
            </a:extLst>
          </p:cNvPr>
          <p:cNvSpPr>
            <a:spLocks noGrp="1"/>
          </p:cNvSpPr>
          <p:nvPr>
            <p:ph type="body" sz="quarter" idx="17" hasCustomPrompt="1"/>
          </p:nvPr>
        </p:nvSpPr>
        <p:spPr>
          <a:xfrm>
            <a:off x="457200" y="133178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0" name="Content Placeholder 2">
            <a:extLst>
              <a:ext uri="{FF2B5EF4-FFF2-40B4-BE49-F238E27FC236}">
                <a16:creationId xmlns:a16="http://schemas.microsoft.com/office/drawing/2014/main" id="{936B0218-4226-44D7-A283-EC6A35A8D836}"/>
              </a:ext>
            </a:extLst>
          </p:cNvPr>
          <p:cNvSpPr>
            <a:spLocks noGrp="1"/>
          </p:cNvSpPr>
          <p:nvPr>
            <p:ph sz="quarter" idx="19" hasCustomPrompt="1"/>
          </p:nvPr>
        </p:nvSpPr>
        <p:spPr>
          <a:xfrm>
            <a:off x="457199" y="182880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8" name="Footer Placeholder 3">
            <a:extLst>
              <a:ext uri="{FF2B5EF4-FFF2-40B4-BE49-F238E27FC236}">
                <a16:creationId xmlns:a16="http://schemas.microsoft.com/office/drawing/2014/main" id="{2445B21F-C7DD-48DB-BE7F-D043EDA4CBB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505464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0CD7E834-427A-45D5-8947-3FF728BF26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227015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ivider/Zoom-dual purpose">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7CA303-9F06-4521-9775-F2D8EBA60779}"/>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7" name="Picture Placeholder 7">
            <a:extLst>
              <a:ext uri="{FF2B5EF4-FFF2-40B4-BE49-F238E27FC236}">
                <a16:creationId xmlns:a16="http://schemas.microsoft.com/office/drawing/2014/main" id="{22F72546-F4C0-E249-9BAB-A1046D5C614F}"/>
              </a:ext>
            </a:extLst>
          </p:cNvPr>
          <p:cNvSpPr>
            <a:spLocks noGrp="1"/>
          </p:cNvSpPr>
          <p:nvPr>
            <p:ph type="pic" sz="quarter" idx="12"/>
          </p:nvPr>
        </p:nvSpPr>
        <p:spPr>
          <a:xfrm>
            <a:off x="6096000" y="457200"/>
            <a:ext cx="5634038" cy="5829300"/>
          </a:xfrm>
          <a:solidFill>
            <a:schemeClr val="bg1">
              <a:lumMod val="75000"/>
            </a:schemeClr>
          </a:solidFill>
        </p:spPr>
        <p:txBody>
          <a:bodyPr tIns="2286000"/>
          <a:lstStyle>
            <a:lvl1pPr algn="ctr">
              <a:defRPr b="0" i="0"/>
            </a:lvl1pPr>
          </a:lstStyle>
          <a:p>
            <a:r>
              <a:rPr lang="en-US"/>
              <a:t>Click icon to add picture</a:t>
            </a:r>
          </a:p>
        </p:txBody>
      </p:sp>
      <p:pic>
        <p:nvPicPr>
          <p:cNvPr id="11" name="Picture 10">
            <a:extLst>
              <a:ext uri="{FF2B5EF4-FFF2-40B4-BE49-F238E27FC236}">
                <a16:creationId xmlns:a16="http://schemas.microsoft.com/office/drawing/2014/main" id="{D177DD62-FF0E-4DF1-9857-E5D803D2BA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85DF98F8-B5A9-4546-B33B-E34E6C9D205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722DFAE-1A38-4A03-B3F8-1A4E194429A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4" name="Straight Connector 13">
            <a:extLst>
              <a:ext uri="{FF2B5EF4-FFF2-40B4-BE49-F238E27FC236}">
                <a16:creationId xmlns:a16="http://schemas.microsoft.com/office/drawing/2014/main" id="{43A3CEF4-AC88-498D-AD5B-70BDA426251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7" name="Footer Placeholder 3">
            <a:extLst>
              <a:ext uri="{FF2B5EF4-FFF2-40B4-BE49-F238E27FC236}">
                <a16:creationId xmlns:a16="http://schemas.microsoft.com/office/drawing/2014/main" id="{B14AE5B6-E174-4E98-8514-25E07D37830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47824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1128892125"/>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2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160637256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image and eyebr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 click to edit</a:t>
            </a:r>
          </a:p>
        </p:txBody>
      </p:sp>
    </p:spTree>
    <p:extLst>
      <p:ext uri="{BB962C8B-B14F-4D97-AF65-F5344CB8AC3E}">
        <p14:creationId xmlns:p14="http://schemas.microsoft.com/office/powerpoint/2010/main" val="417953291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image and eyebrow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2 — click to edit</a:t>
            </a:r>
          </a:p>
        </p:txBody>
      </p:sp>
    </p:spTree>
    <p:extLst>
      <p:ext uri="{BB962C8B-B14F-4D97-AF65-F5344CB8AC3E}">
        <p14:creationId xmlns:p14="http://schemas.microsoft.com/office/powerpoint/2010/main" val="315978443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2609F5C0-DCA3-43BB-9640-ED26F710EEA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Tree>
    <p:extLst>
      <p:ext uri="{BB962C8B-B14F-4D97-AF65-F5344CB8AC3E}">
        <p14:creationId xmlns:p14="http://schemas.microsoft.com/office/powerpoint/2010/main" val="111260169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no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2609F5C0-DCA3-43BB-9640-ED26F710EEA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2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Tree>
    <p:extLst>
      <p:ext uri="{BB962C8B-B14F-4D97-AF65-F5344CB8AC3E}">
        <p14:creationId xmlns:p14="http://schemas.microsoft.com/office/powerpoint/2010/main" val="8625668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br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cxnSp>
        <p:nvCxnSpPr>
          <p:cNvPr id="8" name="Straight Connector 7">
            <a:extLst>
              <a:ext uri="{FF2B5EF4-FFF2-40B4-BE49-F238E27FC236}">
                <a16:creationId xmlns:a16="http://schemas.microsoft.com/office/drawing/2014/main" id="{68BD69C2-429A-47BF-AFC1-919C4469AC6B}"/>
              </a:ext>
            </a:extLst>
          </p:cNvPr>
          <p:cNvCxnSpPr/>
          <p:nvPr userDrawn="1"/>
        </p:nvCxnSpPr>
        <p:spPr>
          <a:xfrm>
            <a:off x="10738017" y="6335876"/>
            <a:ext cx="0" cy="367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19">
            <a:extLst>
              <a:ext uri="{FF2B5EF4-FFF2-40B4-BE49-F238E27FC236}">
                <a16:creationId xmlns:a16="http://schemas.microsoft.com/office/drawing/2014/main" id="{57EBCDC8-3858-4B96-BABB-58AE637B4076}"/>
              </a:ext>
            </a:extLst>
          </p:cNvPr>
          <p:cNvSpPr>
            <a:spLocks noGrp="1"/>
          </p:cNvSpPr>
          <p:nvPr>
            <p:ph type="pic" sz="quarter" idx="14" hasCustomPrompt="1"/>
          </p:nvPr>
        </p:nvSpPr>
        <p:spPr>
          <a:xfrm>
            <a:off x="8049554" y="6368931"/>
            <a:ext cx="2466975" cy="390196"/>
          </a:xfrm>
        </p:spPr>
        <p:txBody>
          <a:bodyPr anchor="ctr" anchorCtr="0"/>
          <a:lstStyle>
            <a:lvl1pPr algn="ctr">
              <a:defRPr sz="1200"/>
            </a:lvl1pPr>
          </a:lstStyle>
          <a:p>
            <a:r>
              <a:rPr lang="en-US"/>
              <a:t>Click to insert cobrand logo</a:t>
            </a:r>
          </a:p>
        </p:txBody>
      </p:sp>
      <p:sp>
        <p:nvSpPr>
          <p:cNvPr id="15" name="Rectangle 14">
            <a:extLst>
              <a:ext uri="{FF2B5EF4-FFF2-40B4-BE49-F238E27FC236}">
                <a16:creationId xmlns:a16="http://schemas.microsoft.com/office/drawing/2014/main" id="{0E81A99A-28F5-400A-A06C-4564C61FDFA8}"/>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3" name="Rectangle 22">
            <a:extLst>
              <a:ext uri="{FF2B5EF4-FFF2-40B4-BE49-F238E27FC236}">
                <a16:creationId xmlns:a16="http://schemas.microsoft.com/office/drawing/2014/main" id="{B79E3780-1FCA-42E3-91B5-3C07F3064D1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4" name="Footer Placeholder 3">
            <a:extLst>
              <a:ext uri="{FF2B5EF4-FFF2-40B4-BE49-F238E27FC236}">
                <a16:creationId xmlns:a16="http://schemas.microsoft.com/office/drawing/2014/main" id="{DC3DCF4C-2E1B-40D8-B839-277A17EAB13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16" name="Rectangle 15">
            <a:extLst>
              <a:ext uri="{FF2B5EF4-FFF2-40B4-BE49-F238E27FC236}">
                <a16:creationId xmlns:a16="http://schemas.microsoft.com/office/drawing/2014/main" id="{1DBF7C3F-7FC1-423D-8774-FED59E4DBCE0}"/>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4" name="Text Placeholder 23">
            <a:extLst>
              <a:ext uri="{FF2B5EF4-FFF2-40B4-BE49-F238E27FC236}">
                <a16:creationId xmlns:a16="http://schemas.microsoft.com/office/drawing/2014/main" id="{F0C785EF-9E17-43E6-868A-A0F48620F168}"/>
              </a:ext>
            </a:extLst>
          </p:cNvPr>
          <p:cNvSpPr>
            <a:spLocks noGrp="1"/>
          </p:cNvSpPr>
          <p:nvPr>
            <p:ph type="body" sz="quarter" idx="18"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25" name="Text Placeholder 21">
            <a:extLst>
              <a:ext uri="{FF2B5EF4-FFF2-40B4-BE49-F238E27FC236}">
                <a16:creationId xmlns:a16="http://schemas.microsoft.com/office/drawing/2014/main" id="{CA9928E1-888D-4F50-BC02-91B5DA680D24}"/>
              </a:ext>
            </a:extLst>
          </p:cNvPr>
          <p:cNvSpPr>
            <a:spLocks noGrp="1"/>
          </p:cNvSpPr>
          <p:nvPr>
            <p:ph type="body" sz="quarter" idx="19"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26" name="Text Placeholder 25">
            <a:extLst>
              <a:ext uri="{FF2B5EF4-FFF2-40B4-BE49-F238E27FC236}">
                <a16:creationId xmlns:a16="http://schemas.microsoft.com/office/drawing/2014/main" id="{9A9EAD76-6105-44A8-8A8B-286F32267AB5}"/>
              </a:ext>
            </a:extLst>
          </p:cNvPr>
          <p:cNvSpPr>
            <a:spLocks noGrp="1"/>
          </p:cNvSpPr>
          <p:nvPr>
            <p:ph type="body" sz="quarter" idx="20"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27" name="Title 1">
            <a:extLst>
              <a:ext uri="{FF2B5EF4-FFF2-40B4-BE49-F238E27FC236}">
                <a16:creationId xmlns:a16="http://schemas.microsoft.com/office/drawing/2014/main" id="{9C7E50F4-F140-435A-BF1E-BB5BF832FB72}"/>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cobrand — click to edit second line if needed </a:t>
            </a:r>
          </a:p>
        </p:txBody>
      </p:sp>
    </p:spTree>
    <p:extLst>
      <p:ext uri="{BB962C8B-B14F-4D97-AF65-F5344CB8AC3E}">
        <p14:creationId xmlns:p14="http://schemas.microsoft.com/office/powerpoint/2010/main" val="39555430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F982AE-B441-5D47-8FE2-7C216AC85070}"/>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1 no image — click to edit text</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0" name="Picture 9">
            <a:extLst>
              <a:ext uri="{FF2B5EF4-FFF2-40B4-BE49-F238E27FC236}">
                <a16:creationId xmlns:a16="http://schemas.microsoft.com/office/drawing/2014/main" id="{14EF8B42-EA86-E84A-AB99-6D91A9C3FFC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7376"/>
            <a:ext cx="644234" cy="208999"/>
          </a:xfrm>
          <a:prstGeom prst="rect">
            <a:avLst/>
          </a:prstGeom>
        </p:spPr>
      </p:pic>
      <p:sp>
        <p:nvSpPr>
          <p:cNvPr id="2" name="Slide Number Placeholder 1">
            <a:extLst>
              <a:ext uri="{FF2B5EF4-FFF2-40B4-BE49-F238E27FC236}">
                <a16:creationId xmlns:a16="http://schemas.microsoft.com/office/drawing/2014/main" id="{EDA2F4BF-5814-104F-9DEA-62BEC9541555}"/>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F6D15C58-405A-4936-A9EB-228AF76CF04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Footer Placeholder 3">
            <a:extLst>
              <a:ext uri="{FF2B5EF4-FFF2-40B4-BE49-F238E27FC236}">
                <a16:creationId xmlns:a16="http://schemas.microsoft.com/office/drawing/2014/main" id="{26375D5E-A88D-4EA9-BC79-11A2499BF2C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8015046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2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A2584FF-D46F-45F7-B82A-CE42BD41844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FE44C43D-DB44-4411-BDB9-A4C2C7084B51}"/>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378FBD8A-D12B-4EFA-A9DB-2DD83E9E322D}"/>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5" name="Footer Placeholder 3">
            <a:extLst>
              <a:ext uri="{FF2B5EF4-FFF2-40B4-BE49-F238E27FC236}">
                <a16:creationId xmlns:a16="http://schemas.microsoft.com/office/drawing/2014/main" id="{D4471A6B-1EFF-490E-B279-C8FFAA8D5B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21" name="Title 1">
            <a:extLst>
              <a:ext uri="{FF2B5EF4-FFF2-40B4-BE49-F238E27FC236}">
                <a16:creationId xmlns:a16="http://schemas.microsoft.com/office/drawing/2014/main" id="{22BF5985-B02F-458A-8DDC-57916CC8A299}"/>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2 no image — click to edit text</a:t>
            </a:r>
          </a:p>
        </p:txBody>
      </p:sp>
      <p:sp>
        <p:nvSpPr>
          <p:cNvPr id="22" name="Text Placeholder 25">
            <a:extLst>
              <a:ext uri="{FF2B5EF4-FFF2-40B4-BE49-F238E27FC236}">
                <a16:creationId xmlns:a16="http://schemas.microsoft.com/office/drawing/2014/main" id="{DBEB1D60-90BA-4234-8D5F-520D83E1A270}"/>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Tree>
    <p:extLst>
      <p:ext uri="{BB962C8B-B14F-4D97-AF65-F5344CB8AC3E}">
        <p14:creationId xmlns:p14="http://schemas.microsoft.com/office/powerpoint/2010/main" val="30442368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3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9B7A2125-0066-41AD-B5C4-1FCDE010232D}"/>
              </a:ext>
            </a:extLst>
          </p:cNvPr>
          <p:cNvSpPr>
            <a:spLocks noGrp="1"/>
          </p:cNvSpPr>
          <p:nvPr>
            <p:ph type="pic" sz="quarter" idx="20" hasCustomPrompt="1"/>
          </p:nvPr>
        </p:nvSpPr>
        <p:spPr>
          <a:xfrm>
            <a:off x="465138" y="457200"/>
            <a:ext cx="11269662" cy="5791200"/>
          </a:xfrm>
          <a:custGeom>
            <a:avLst/>
            <a:gdLst>
              <a:gd name="connsiteX0" fmla="*/ 0 w 11269662"/>
              <a:gd name="connsiteY0" fmla="*/ 0 h 5791200"/>
              <a:gd name="connsiteX1" fmla="*/ 11269662 w 11269662"/>
              <a:gd name="connsiteY1" fmla="*/ 0 h 5791200"/>
              <a:gd name="connsiteX2" fmla="*/ 11269662 w 11269662"/>
              <a:gd name="connsiteY2" fmla="*/ 5791200 h 5791200"/>
              <a:gd name="connsiteX3" fmla="*/ 0 w 11269662"/>
              <a:gd name="connsiteY3" fmla="*/ 5791200 h 5791200"/>
              <a:gd name="connsiteX4" fmla="*/ 0 w 11269662"/>
              <a:gd name="connsiteY4" fmla="*/ 3941064 h 5791200"/>
              <a:gd name="connsiteX5" fmla="*/ 5624766 w 11269662"/>
              <a:gd name="connsiteY5" fmla="*/ 3941064 h 5791200"/>
              <a:gd name="connsiteX6" fmla="*/ 5624766 w 11269662"/>
              <a:gd name="connsiteY6" fmla="*/ 1929384 h 5791200"/>
              <a:gd name="connsiteX7" fmla="*/ 0 w 11269662"/>
              <a:gd name="connsiteY7" fmla="*/ 192938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9662" h="5791200">
                <a:moveTo>
                  <a:pt x="0" y="0"/>
                </a:moveTo>
                <a:lnTo>
                  <a:pt x="11269662" y="0"/>
                </a:lnTo>
                <a:lnTo>
                  <a:pt x="11269662" y="5791200"/>
                </a:lnTo>
                <a:lnTo>
                  <a:pt x="0" y="5791200"/>
                </a:lnTo>
                <a:lnTo>
                  <a:pt x="0" y="3941064"/>
                </a:lnTo>
                <a:lnTo>
                  <a:pt x="5624766" y="3941064"/>
                </a:lnTo>
                <a:lnTo>
                  <a:pt x="5624766" y="1929384"/>
                </a:lnTo>
                <a:lnTo>
                  <a:pt x="0" y="1929384"/>
                </a:lnTo>
                <a:close/>
              </a:path>
            </a:pathLst>
          </a:custGeom>
          <a:solidFill>
            <a:srgbClr val="BFBFBF"/>
          </a:solidFill>
        </p:spPr>
        <p:txBody>
          <a:bodyPr wrap="square" tIns="1463040">
            <a:noAutofit/>
          </a:bodyPr>
          <a:lstStyle>
            <a:lvl1pPr algn="ctr">
              <a:defRPr/>
            </a:lvl1pPr>
          </a:lstStyle>
          <a:p>
            <a:r>
              <a:rPr lang="en-US"/>
              <a:t>Insert Pic</a:t>
            </a:r>
            <a:endParaRPr lang="en-GB"/>
          </a:p>
        </p:txBody>
      </p:sp>
      <p:sp>
        <p:nvSpPr>
          <p:cNvPr id="18" name="Rectangle 17">
            <a:extLst>
              <a:ext uri="{FF2B5EF4-FFF2-40B4-BE49-F238E27FC236}">
                <a16:creationId xmlns:a16="http://schemas.microsoft.com/office/drawing/2014/main" id="{1EB2AA7D-C791-4F6C-A258-4D60B1A85487}"/>
              </a:ext>
            </a:extLst>
          </p:cNvPr>
          <p:cNvSpPr/>
          <p:nvPr userDrawn="1"/>
        </p:nvSpPr>
        <p:spPr bwMode="auto">
          <a:xfrm>
            <a:off x="0" y="2386584"/>
            <a:ext cx="6089904" cy="2011680"/>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9" name="Title 1">
            <a:extLst>
              <a:ext uri="{FF2B5EF4-FFF2-40B4-BE49-F238E27FC236}">
                <a16:creationId xmlns:a16="http://schemas.microsoft.com/office/drawing/2014/main" id="{C5BEADA9-8B0A-E647-BE4B-A60A9933BF45}"/>
              </a:ext>
            </a:extLst>
          </p:cNvPr>
          <p:cNvSpPr>
            <a:spLocks noGrp="1"/>
          </p:cNvSpPr>
          <p:nvPr>
            <p:ph type="title" hasCustomPrompt="1"/>
          </p:nvPr>
        </p:nvSpPr>
        <p:spPr>
          <a:xfrm>
            <a:off x="465137" y="2686049"/>
            <a:ext cx="5421313" cy="1128137"/>
          </a:xfrm>
        </p:spPr>
        <p:txBody>
          <a:bodyPr l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3 with image — click to edit text</a:t>
            </a:r>
          </a:p>
        </p:txBody>
      </p:sp>
      <p:sp>
        <p:nvSpPr>
          <p:cNvPr id="10" name="Text Placeholder 25">
            <a:extLst>
              <a:ext uri="{FF2B5EF4-FFF2-40B4-BE49-F238E27FC236}">
                <a16:creationId xmlns:a16="http://schemas.microsoft.com/office/drawing/2014/main" id="{17B4EE0A-0572-284B-BEDD-5BB727575BBC}"/>
              </a:ext>
            </a:extLst>
          </p:cNvPr>
          <p:cNvSpPr>
            <a:spLocks noGrp="1"/>
          </p:cNvSpPr>
          <p:nvPr>
            <p:ph type="body" sz="quarter" idx="17" hasCustomPrompt="1"/>
          </p:nvPr>
        </p:nvSpPr>
        <p:spPr>
          <a:xfrm>
            <a:off x="465138" y="3852287"/>
            <a:ext cx="5421312" cy="402123"/>
          </a:xfrm>
        </p:spPr>
        <p:txBody>
          <a:bodyPr lIns="0" tIns="0" rIns="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4" name="Picture 13">
            <a:extLst>
              <a:ext uri="{FF2B5EF4-FFF2-40B4-BE49-F238E27FC236}">
                <a16:creationId xmlns:a16="http://schemas.microsoft.com/office/drawing/2014/main" id="{04EBF1F0-2701-43DF-A3C4-DF3A356079D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94D1E600-447F-4CCE-ABE9-DF9703B6F18E}"/>
              </a:ext>
            </a:extLst>
          </p:cNvPr>
          <p:cNvSpPr>
            <a:spLocks noGrp="1"/>
          </p:cNvSpPr>
          <p:nvPr>
            <p:ph type="sldNum" sz="quarter" idx="19"/>
          </p:nvPr>
        </p:nvSpPr>
        <p:spPr>
          <a:xfrm>
            <a:off x="11427675" y="6437376"/>
            <a:ext cx="306387" cy="208758"/>
          </a:xfrm>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60A0F0C9-9AC1-450D-B914-82DDD3ACCAAF}"/>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7" name="Footer Placeholder 3">
            <a:extLst>
              <a:ext uri="{FF2B5EF4-FFF2-40B4-BE49-F238E27FC236}">
                <a16:creationId xmlns:a16="http://schemas.microsoft.com/office/drawing/2014/main" id="{63A93FF6-AF55-407B-B8AF-7056E04C873C}"/>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9256341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0CD7E834-427A-45D5-8947-3FF728BF26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29072315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0CD7E834-427A-45D5-8947-3FF728BF26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32292640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Zoom-dual purpose">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7CA303-9F06-4521-9775-F2D8EBA60779}"/>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7" name="Picture Placeholder 7">
            <a:extLst>
              <a:ext uri="{FF2B5EF4-FFF2-40B4-BE49-F238E27FC236}">
                <a16:creationId xmlns:a16="http://schemas.microsoft.com/office/drawing/2014/main" id="{22F72546-F4C0-E249-9BAB-A1046D5C614F}"/>
              </a:ext>
            </a:extLst>
          </p:cNvPr>
          <p:cNvSpPr>
            <a:spLocks noGrp="1"/>
          </p:cNvSpPr>
          <p:nvPr>
            <p:ph type="pic" sz="quarter" idx="12"/>
          </p:nvPr>
        </p:nvSpPr>
        <p:spPr>
          <a:xfrm>
            <a:off x="6096000" y="457200"/>
            <a:ext cx="5634038" cy="5829300"/>
          </a:xfrm>
          <a:solidFill>
            <a:schemeClr val="bg1">
              <a:lumMod val="75000"/>
            </a:schemeClr>
          </a:solidFill>
        </p:spPr>
        <p:txBody>
          <a:bodyPr tIns="2286000"/>
          <a:lstStyle>
            <a:lvl1pPr algn="ctr">
              <a:defRPr b="0" i="0"/>
            </a:lvl1pPr>
          </a:lstStyle>
          <a:p>
            <a:r>
              <a:rPr lang="en-US"/>
              <a:t>Click icon to add picture</a:t>
            </a:r>
          </a:p>
        </p:txBody>
      </p:sp>
      <p:pic>
        <p:nvPicPr>
          <p:cNvPr id="11" name="Picture 10">
            <a:extLst>
              <a:ext uri="{FF2B5EF4-FFF2-40B4-BE49-F238E27FC236}">
                <a16:creationId xmlns:a16="http://schemas.microsoft.com/office/drawing/2014/main" id="{D177DD62-FF0E-4DF1-9857-E5D803D2BA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85DF98F8-B5A9-4546-B33B-E34E6C9D205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722DFAE-1A38-4A03-B3F8-1A4E194429A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4" name="Straight Connector 13">
            <a:extLst>
              <a:ext uri="{FF2B5EF4-FFF2-40B4-BE49-F238E27FC236}">
                <a16:creationId xmlns:a16="http://schemas.microsoft.com/office/drawing/2014/main" id="{43A3CEF4-AC88-498D-AD5B-70BDA426251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7" name="Footer Placeholder 3">
            <a:extLst>
              <a:ext uri="{FF2B5EF4-FFF2-40B4-BE49-F238E27FC236}">
                <a16:creationId xmlns:a16="http://schemas.microsoft.com/office/drawing/2014/main" id="{B14AE5B6-E174-4E98-8514-25E07D37830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868212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Zoom in/out callout">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AAC153-FD25-4A34-8523-EA3F12FF3846}"/>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11" name="Content Placeholder 7">
            <a:extLst>
              <a:ext uri="{FF2B5EF4-FFF2-40B4-BE49-F238E27FC236}">
                <a16:creationId xmlns:a16="http://schemas.microsoft.com/office/drawing/2014/main" id="{B67E0CAE-FDEA-C145-B999-E3ED2EEF7DCB}"/>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FB0A2DBD-2C3E-466C-BADC-105A51F075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EC8168B8-3C50-438E-8409-252CA81CD310}"/>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8A43D52-A8FE-42DB-B6C3-993FFCB56D6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2" name="Straight Connector 11">
            <a:extLst>
              <a:ext uri="{FF2B5EF4-FFF2-40B4-BE49-F238E27FC236}">
                <a16:creationId xmlns:a16="http://schemas.microsoft.com/office/drawing/2014/main" id="{D91477EA-1D32-469C-BAD5-7EC065043A2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9" name="Footer Placeholder 3">
            <a:extLst>
              <a:ext uri="{FF2B5EF4-FFF2-40B4-BE49-F238E27FC236}">
                <a16:creationId xmlns:a16="http://schemas.microsoft.com/office/drawing/2014/main" id="{963AE6BC-F12A-4C77-94B0-486EBAAAEE2A}"/>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9343818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Zoom in callout graphic">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8E1CB50-699E-427E-B551-982C8EDBF4AF}"/>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7F573AC-3BEE-4B60-9795-422296D847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992" y="3346682"/>
            <a:ext cx="4560203" cy="2438611"/>
          </a:xfrm>
          <a:prstGeom prst="rect">
            <a:avLst/>
          </a:prstGeom>
        </p:spPr>
      </p:pic>
      <p:sp>
        <p:nvSpPr>
          <p:cNvPr id="8" name="Text Placeholder 21">
            <a:extLst>
              <a:ext uri="{FF2B5EF4-FFF2-40B4-BE49-F238E27FC236}">
                <a16:creationId xmlns:a16="http://schemas.microsoft.com/office/drawing/2014/main" id="{AC804CF8-26B3-8F4A-9684-54A3AA410744}"/>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0" name="Title 1">
            <a:extLst>
              <a:ext uri="{FF2B5EF4-FFF2-40B4-BE49-F238E27FC236}">
                <a16:creationId xmlns:a16="http://schemas.microsoft.com/office/drawing/2014/main" id="{299F32F4-D474-AA46-9DE4-6ED26394AFEC}"/>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9" name="Content Placeholder 7">
            <a:extLst>
              <a:ext uri="{FF2B5EF4-FFF2-40B4-BE49-F238E27FC236}">
                <a16:creationId xmlns:a16="http://schemas.microsoft.com/office/drawing/2014/main" id="{F1E37254-624E-6F4B-AF11-FA2EB81EE932}"/>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9865C6DA-08B3-44E3-954D-9685DBE8279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DD483DF6-F9A6-4AB7-901D-A04C24F22E6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2" name="Rectangle 11">
            <a:extLst>
              <a:ext uri="{FF2B5EF4-FFF2-40B4-BE49-F238E27FC236}">
                <a16:creationId xmlns:a16="http://schemas.microsoft.com/office/drawing/2014/main" id="{D51058F0-0AF5-40AD-A96A-DCAE716FBBA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7" name="Straight Connector 16">
            <a:extLst>
              <a:ext uri="{FF2B5EF4-FFF2-40B4-BE49-F238E27FC236}">
                <a16:creationId xmlns:a16="http://schemas.microsoft.com/office/drawing/2014/main" id="{A4D50D21-C984-4D0D-A8BC-684DCBCB9AC9}"/>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20" name="Footer Placeholder 3">
            <a:extLst>
              <a:ext uri="{FF2B5EF4-FFF2-40B4-BE49-F238E27FC236}">
                <a16:creationId xmlns:a16="http://schemas.microsoft.com/office/drawing/2014/main" id="{2C99C786-B618-4966-9EF9-2813527E13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35128385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Zoom in quote graphic">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FFF7F9-28BB-4EE3-AB28-AB89F98814F7}"/>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487648CA-0A0A-4EC3-8110-60E9704A4F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71891" y="3332700"/>
            <a:ext cx="4590686" cy="2444708"/>
          </a:xfrm>
          <a:prstGeom prst="rect">
            <a:avLst/>
          </a:prstGeom>
        </p:spPr>
      </p:pic>
      <p:sp>
        <p:nvSpPr>
          <p:cNvPr id="21" name="Text Placeholder 21">
            <a:extLst>
              <a:ext uri="{FF2B5EF4-FFF2-40B4-BE49-F238E27FC236}">
                <a16:creationId xmlns:a16="http://schemas.microsoft.com/office/drawing/2014/main" id="{DE70C388-D8B3-45A3-9EC3-7AC529957E5E}"/>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9" name="Title 1">
            <a:extLst>
              <a:ext uri="{FF2B5EF4-FFF2-40B4-BE49-F238E27FC236}">
                <a16:creationId xmlns:a16="http://schemas.microsoft.com/office/drawing/2014/main" id="{034C1D9A-5144-FD41-A4E5-9D84E378FEBF}"/>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9" name="Content Placeholder 7">
            <a:extLst>
              <a:ext uri="{FF2B5EF4-FFF2-40B4-BE49-F238E27FC236}">
                <a16:creationId xmlns:a16="http://schemas.microsoft.com/office/drawing/2014/main" id="{2B40B544-CE1D-6D47-804C-8797BE640EA6}"/>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4E1BDC4F-516D-4B73-AB7F-B44D2AA4956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34391273-6B4B-44F6-ACE6-FC902A60F4C4}"/>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3" name="Rectangle 12">
            <a:extLst>
              <a:ext uri="{FF2B5EF4-FFF2-40B4-BE49-F238E27FC236}">
                <a16:creationId xmlns:a16="http://schemas.microsoft.com/office/drawing/2014/main" id="{2356B187-B2DC-4535-B1D2-17215FDBBFB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22" name="Straight Connector 21">
            <a:extLst>
              <a:ext uri="{FF2B5EF4-FFF2-40B4-BE49-F238E27FC236}">
                <a16:creationId xmlns:a16="http://schemas.microsoft.com/office/drawing/2014/main" id="{F2DF66EA-FE11-402A-A09E-CB414D18E2C4}"/>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7" name="Footer Placeholder 3">
            <a:extLst>
              <a:ext uri="{FF2B5EF4-FFF2-40B4-BE49-F238E27FC236}">
                <a16:creationId xmlns:a16="http://schemas.microsoft.com/office/drawing/2014/main" id="{652D4119-7E6E-49DD-AA85-7B6BAD8F678C}"/>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372753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1col ">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hasCustomPrompt="1"/>
          </p:nvPr>
        </p:nvSpPr>
        <p:spPr>
          <a:xfrm>
            <a:off x="457199" y="164592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4" name="Rectangle 13">
            <a:extLst>
              <a:ext uri="{FF2B5EF4-FFF2-40B4-BE49-F238E27FC236}">
                <a16:creationId xmlns:a16="http://schemas.microsoft.com/office/drawing/2014/main" id="{657D2A46-9974-4E5B-B02D-C5B430D34E12}"/>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EAF8EE5C-E89D-430F-A314-70840000BBD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4483206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1col_2 line headlin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E0816A-A18F-4FA0-84A3-052FE1DE205D}"/>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Rectangle 14">
            <a:extLst>
              <a:ext uri="{FF2B5EF4-FFF2-40B4-BE49-F238E27FC236}">
                <a16:creationId xmlns:a16="http://schemas.microsoft.com/office/drawing/2014/main" id="{50028726-36A9-4D68-AE5A-99DDB1E396C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Title 8">
            <a:extLst>
              <a:ext uri="{FF2B5EF4-FFF2-40B4-BE49-F238E27FC236}">
                <a16:creationId xmlns:a16="http://schemas.microsoft.com/office/drawing/2014/main" id="{1FADA34C-ABB2-4812-A4FE-3F09B5A82D8F}"/>
              </a:ext>
            </a:extLst>
          </p:cNvPr>
          <p:cNvSpPr>
            <a:spLocks noGrp="1"/>
          </p:cNvSpPr>
          <p:nvPr>
            <p:ph type="title" hasCustomPrompt="1"/>
          </p:nvPr>
        </p:nvSpPr>
        <p:spPr>
          <a:xfrm>
            <a:off x="457200" y="457199"/>
            <a:ext cx="11261723" cy="784226"/>
          </a:xfrm>
        </p:spPr>
        <p:txBody>
          <a:bodyPr rIns="0"/>
          <a:lstStyle>
            <a:lvl1pPr>
              <a:defRPr/>
            </a:lvl1pPr>
          </a:lstStyle>
          <a:p>
            <a:r>
              <a:rPr lang="en-US"/>
              <a:t>Click to edit Master title style</a:t>
            </a:r>
            <a:br>
              <a:rPr lang="en-US"/>
            </a:br>
            <a:r>
              <a:rPr lang="en-US"/>
              <a:t>two lines option</a:t>
            </a:r>
          </a:p>
        </p:txBody>
      </p:sp>
      <p:sp>
        <p:nvSpPr>
          <p:cNvPr id="14" name="Text Placeholder 25">
            <a:extLst>
              <a:ext uri="{FF2B5EF4-FFF2-40B4-BE49-F238E27FC236}">
                <a16:creationId xmlns:a16="http://schemas.microsoft.com/office/drawing/2014/main" id="{24D67745-6C65-463F-BC80-C2616D3736AB}"/>
              </a:ext>
            </a:extLst>
          </p:cNvPr>
          <p:cNvSpPr>
            <a:spLocks noGrp="1"/>
          </p:cNvSpPr>
          <p:nvPr>
            <p:ph type="body" sz="quarter" idx="17" hasCustomPrompt="1"/>
          </p:nvPr>
        </p:nvSpPr>
        <p:spPr>
          <a:xfrm>
            <a:off x="457200" y="133178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0" name="Content Placeholder 2">
            <a:extLst>
              <a:ext uri="{FF2B5EF4-FFF2-40B4-BE49-F238E27FC236}">
                <a16:creationId xmlns:a16="http://schemas.microsoft.com/office/drawing/2014/main" id="{936B0218-4226-44D7-A283-EC6A35A8D836}"/>
              </a:ext>
            </a:extLst>
          </p:cNvPr>
          <p:cNvSpPr>
            <a:spLocks noGrp="1"/>
          </p:cNvSpPr>
          <p:nvPr>
            <p:ph sz="quarter" idx="19" hasCustomPrompt="1"/>
          </p:nvPr>
        </p:nvSpPr>
        <p:spPr>
          <a:xfrm>
            <a:off x="457199" y="182880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8" name="Footer Placeholder 3">
            <a:extLst>
              <a:ext uri="{FF2B5EF4-FFF2-40B4-BE49-F238E27FC236}">
                <a16:creationId xmlns:a16="http://schemas.microsoft.com/office/drawing/2014/main" id="{2445B21F-C7DD-48DB-BE7F-D043EDA4CBB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40462010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1col_breadcrumb">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8D0E5-8D0D-4B70-B9DE-1632BE6DC5DA}"/>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B09E4ECF-32D1-4129-AAB6-26C1F6BAC85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p:nvPr>
        </p:nvSpPr>
        <p:spPr>
          <a:xfrm>
            <a:off x="457200" y="1645920"/>
            <a:ext cx="11247120" cy="4179888"/>
          </a:xfrm>
        </p:spPr>
        <p:txBody>
          <a:bodyPr rIns="228600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5">
            <a:extLst>
              <a:ext uri="{FF2B5EF4-FFF2-40B4-BE49-F238E27FC236}">
                <a16:creationId xmlns:a16="http://schemas.microsoft.com/office/drawing/2014/main" id="{47E6DB96-29A5-457D-BE4F-4D334C5441E9}"/>
              </a:ext>
            </a:extLst>
          </p:cNvPr>
          <p:cNvSpPr>
            <a:spLocks noGrp="1"/>
          </p:cNvSpPr>
          <p:nvPr>
            <p:ph type="body" sz="quarter" idx="18" hasCustomPrompt="1"/>
          </p:nvPr>
        </p:nvSpPr>
        <p:spPr>
          <a:xfrm>
            <a:off x="9528560" y="4074"/>
            <a:ext cx="2663439" cy="262143"/>
          </a:xfrm>
          <a:solidFill>
            <a:schemeClr val="accent1"/>
          </a:solidFill>
        </p:spPr>
        <p:txBody>
          <a:bodyPr tIns="0" rIns="0" anchor="ctr" anchorCtr="0">
            <a:normAutofit/>
          </a:bodyPr>
          <a:lstStyle>
            <a:lvl1pPr algn="ctr">
              <a:lnSpc>
                <a:spcPct val="100000"/>
              </a:lnSpc>
              <a:spcAft>
                <a:spcPts val="0"/>
              </a:spcAft>
              <a:defRPr sz="1000" b="0" i="0">
                <a:solidFill>
                  <a:schemeClr val="bg1"/>
                </a:solidFill>
              </a:defRPr>
            </a:lvl1pPr>
            <a:lvl2pPr algn="ctr">
              <a:defRPr sz="900" b="0">
                <a:solidFill>
                  <a:schemeClr val="bg1"/>
                </a:solidFill>
                <a:latin typeface="+mn-lt"/>
              </a:defRPr>
            </a:lvl2pPr>
            <a:lvl3pPr marL="0" indent="0" algn="ctr">
              <a:buFontTx/>
              <a:buNone/>
              <a:defRPr sz="900">
                <a:solidFill>
                  <a:schemeClr val="bg1"/>
                </a:solidFill>
              </a:defRPr>
            </a:lvl3pPr>
            <a:lvl4pPr marL="0" indent="0" algn="ctr">
              <a:buFontTx/>
              <a:buNone/>
              <a:defRPr sz="900">
                <a:solidFill>
                  <a:schemeClr val="bg1"/>
                </a:solidFill>
              </a:defRPr>
            </a:lvl4pPr>
            <a:lvl5pPr marL="0" indent="0" algn="ctr">
              <a:buFontTx/>
              <a:buNone/>
              <a:defRPr sz="900">
                <a:solidFill>
                  <a:schemeClr val="bg1"/>
                </a:solidFill>
              </a:defRPr>
            </a:lvl5pPr>
            <a:lvl6pPr marL="0" indent="0" algn="ctr">
              <a:buFontTx/>
              <a:buNone/>
              <a:defRPr sz="900">
                <a:solidFill>
                  <a:schemeClr val="bg1"/>
                </a:solidFill>
              </a:defRPr>
            </a:lvl6pPr>
            <a:lvl7pPr marL="0" indent="0" algn="ctr">
              <a:buFontTx/>
              <a:buNone/>
              <a:defRPr sz="900">
                <a:solidFill>
                  <a:schemeClr val="bg1"/>
                </a:solidFill>
              </a:defRPr>
            </a:lvl7pPr>
            <a:lvl8pPr marL="0" indent="0" algn="ctr">
              <a:buFontTx/>
              <a:buNone/>
              <a:defRPr sz="900">
                <a:solidFill>
                  <a:schemeClr val="bg1"/>
                </a:solidFill>
              </a:defRPr>
            </a:lvl8pPr>
            <a:lvl9pPr marL="0" indent="0" algn="ctr">
              <a:buFontTx/>
              <a:buNone/>
              <a:defRPr sz="900">
                <a:solidFill>
                  <a:schemeClr val="bg1"/>
                </a:solidFill>
              </a:defRPr>
            </a:lvl9pPr>
          </a:lstStyle>
          <a:p>
            <a:pPr lvl="0"/>
            <a:r>
              <a:rPr lang="en-US"/>
              <a:t>Click to add text</a:t>
            </a:r>
          </a:p>
        </p:txBody>
      </p:sp>
      <p:pic>
        <p:nvPicPr>
          <p:cNvPr id="13" name="Picture 12">
            <a:extLst>
              <a:ext uri="{FF2B5EF4-FFF2-40B4-BE49-F238E27FC236}">
                <a16:creationId xmlns:a16="http://schemas.microsoft.com/office/drawing/2014/main" id="{DFF7D67B-5441-438D-92F3-295655C38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C91D8D77-9F41-4E40-97A2-73FD8864C684}"/>
              </a:ext>
            </a:extLst>
          </p:cNvPr>
          <p:cNvSpPr>
            <a:spLocks noGrp="1"/>
          </p:cNvSpPr>
          <p:nvPr>
            <p:ph type="sldNum" sz="quarter" idx="20"/>
          </p:nvPr>
        </p:nvSpPr>
        <p:spPr>
          <a:xfrm>
            <a:off x="11427675" y="6437376"/>
            <a:ext cx="306387" cy="208758"/>
          </a:xfrm>
        </p:spPr>
        <p:txBody>
          <a:bodyPr/>
          <a:lstStyle/>
          <a:p>
            <a:fld id="{63DCA5C9-2E11-4C67-86EB-AE1DE127DC64}" type="slidenum">
              <a:rPr lang="en-US" smtClean="0"/>
              <a:pPr/>
              <a:t>‹#›</a:t>
            </a:fld>
            <a:endParaRPr lang="en-US"/>
          </a:p>
        </p:txBody>
      </p:sp>
      <p:sp>
        <p:nvSpPr>
          <p:cNvPr id="17" name="Footer Placeholder 3">
            <a:extLst>
              <a:ext uri="{FF2B5EF4-FFF2-40B4-BE49-F238E27FC236}">
                <a16:creationId xmlns:a16="http://schemas.microsoft.com/office/drawing/2014/main" id="{A769ECE2-5726-4458-A909-3195D6A95DC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20563777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2col">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622B17-C39D-4AD6-AB7D-AA8EC154593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9120953D-DF34-4108-B972-BD5EE2AF2B0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Content Placeholder 4">
            <a:extLst>
              <a:ext uri="{FF2B5EF4-FFF2-40B4-BE49-F238E27FC236}">
                <a16:creationId xmlns:a16="http://schemas.microsoft.com/office/drawing/2014/main" id="{33EB6DAB-F115-1E4D-92B8-863DEEC7C63A}"/>
              </a:ext>
            </a:extLst>
          </p:cNvPr>
          <p:cNvSpPr>
            <a:spLocks noGrp="1"/>
          </p:cNvSpPr>
          <p:nvPr>
            <p:ph sz="quarter" idx="19"/>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DF9E4E54-38A0-7A4A-9C7A-DE9895AD53EA}"/>
              </a:ext>
            </a:extLst>
          </p:cNvPr>
          <p:cNvSpPr>
            <a:spLocks noGrp="1"/>
          </p:cNvSpPr>
          <p:nvPr>
            <p:ph sz="quarter" idx="20"/>
          </p:nvPr>
        </p:nvSpPr>
        <p:spPr>
          <a:xfrm>
            <a:off x="6230507"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1CDC242F-151A-4C8D-983F-5B17C0733E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F3241DAD-93F1-46FE-B3D5-B78ABEFB31D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Text Placeholder 25">
            <a:extLst>
              <a:ext uri="{FF2B5EF4-FFF2-40B4-BE49-F238E27FC236}">
                <a16:creationId xmlns:a16="http://schemas.microsoft.com/office/drawing/2014/main" id="{EE945B9D-809E-438C-84C6-7C541ABECC8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8" name="Title 15">
            <a:extLst>
              <a:ext uri="{FF2B5EF4-FFF2-40B4-BE49-F238E27FC236}">
                <a16:creationId xmlns:a16="http://schemas.microsoft.com/office/drawing/2014/main" id="{192EF0A7-775E-433D-B066-FC8FE0DA8C43}"/>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20" name="Footer Placeholder 3">
            <a:extLst>
              <a:ext uri="{FF2B5EF4-FFF2-40B4-BE49-F238E27FC236}">
                <a16:creationId xmlns:a16="http://schemas.microsoft.com/office/drawing/2014/main" id="{01E39D94-222B-4368-8F62-68F15DD6C5B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85362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2col callout">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880629-F8B8-489E-A159-E5F2045264A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D133D475-15EB-4023-8710-9FDCD54EC6C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210302" y="1645920"/>
            <a:ext cx="5524498" cy="4210503"/>
          </a:xfrm>
        </p:spPr>
        <p:txBody>
          <a:bodyPr tIns="0" rIns="0" anchor="t" anchorCtr="0"/>
          <a:lstStyle>
            <a:lvl1pPr>
              <a:lnSpc>
                <a:spcPct val="100000"/>
              </a:lnSpc>
              <a:spcAft>
                <a:spcPts val="0"/>
              </a:spcAft>
              <a:defRPr sz="2000" b="0" i="0" baseline="0">
                <a:solidFill>
                  <a:schemeClr val="tx2"/>
                </a:solidFill>
              </a:defRPr>
            </a:lvl1pPr>
            <a:lvl2pPr>
              <a:lnSpc>
                <a:spcPct val="100000"/>
              </a:lnSpc>
              <a:defRPr sz="1800" b="0">
                <a:solidFill>
                  <a:schemeClr val="tx2"/>
                </a:solidFill>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text</a:t>
            </a:r>
          </a:p>
        </p:txBody>
      </p:sp>
      <p:sp>
        <p:nvSpPr>
          <p:cNvPr id="13" name="Content Placeholder 4">
            <a:extLst>
              <a:ext uri="{FF2B5EF4-FFF2-40B4-BE49-F238E27FC236}">
                <a16:creationId xmlns:a16="http://schemas.microsoft.com/office/drawing/2014/main" id="{4ED40494-5301-0642-8668-76D3D0C38C1B}"/>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1D3B7971-BF2E-4C20-8A08-5E8E498DB7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005C84A1-34FA-4896-9E64-219EE97225F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7C5CFC39-B415-4875-B677-A9F917753A7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8B6226B5-5566-4E14-9F71-9B9C76DCB9A9}"/>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4" name="Footer Placeholder 3">
            <a:extLst>
              <a:ext uri="{FF2B5EF4-FFF2-40B4-BE49-F238E27FC236}">
                <a16:creationId xmlns:a16="http://schemas.microsoft.com/office/drawing/2014/main" id="{E5E3A0A4-0C98-414D-A666-5B7DAEEC5136}"/>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8203915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2col quote graphi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43AA13-BC7D-453C-8E7F-CD121517288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88E88A76-56D1-473A-947D-D7281F65A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43602" y="2152650"/>
            <a:ext cx="5151193" cy="2743199"/>
          </a:xfrm>
          <a:prstGeom prst="rect">
            <a:avLst/>
          </a:prstGeom>
        </p:spPr>
      </p:pic>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844552" y="2420471"/>
            <a:ext cx="4583123" cy="2208679"/>
          </a:xfrm>
        </p:spPr>
        <p:txBody>
          <a:bodyPr lIns="182880" tIns="137160" rIns="182880" bIns="182880" anchor="t" anchorCtr="0">
            <a:normAutofit/>
          </a:bodyPr>
          <a:lstStyle>
            <a:lvl1pPr>
              <a:lnSpc>
                <a:spcPct val="100000"/>
              </a:lnSpc>
              <a:spcAft>
                <a:spcPts val="1200"/>
              </a:spcAft>
              <a:defRPr sz="1800" b="0" i="0" baseline="0">
                <a:solidFill>
                  <a:schemeClr val="tx1"/>
                </a:solidFill>
              </a:defRPr>
            </a:lvl1pPr>
            <a:lvl2pPr>
              <a:lnSpc>
                <a:spcPct val="100000"/>
              </a:lnSpc>
              <a:defRPr sz="1000" b="0" i="0">
                <a:solidFill>
                  <a:schemeClr val="tx1"/>
                </a:solidFill>
                <a:latin typeface="+mn-lt"/>
              </a:defRPr>
            </a:lvl2pPr>
            <a:lvl3pPr marL="0" indent="0">
              <a:buFontTx/>
              <a:buNone/>
              <a:defRPr sz="1000" b="0" i="0">
                <a:solidFill>
                  <a:schemeClr val="tx1"/>
                </a:solidFill>
              </a:defRPr>
            </a:lvl3pPr>
            <a:lvl4pPr marL="0" indent="0">
              <a:buFontTx/>
              <a:buNone/>
              <a:defRPr sz="1000">
                <a:solidFill>
                  <a:schemeClr val="tx1"/>
                </a:solidFill>
              </a:defRPr>
            </a:lvl4pPr>
            <a:lvl5pPr marL="0" indent="0">
              <a:buFontTx/>
              <a:buNone/>
              <a:defRPr sz="1000">
                <a:solidFill>
                  <a:schemeClr val="tx1"/>
                </a:solidFill>
              </a:defRPr>
            </a:lvl5pPr>
            <a:lvl6pPr marL="0" indent="0">
              <a:buFontTx/>
              <a:buNone/>
              <a:defRPr sz="1000">
                <a:solidFill>
                  <a:schemeClr val="tx1"/>
                </a:solidFill>
              </a:defRPr>
            </a:lvl6pPr>
            <a:lvl7pPr marL="0" indent="0">
              <a:buFontTx/>
              <a:buNone/>
              <a:defRPr sz="1000">
                <a:solidFill>
                  <a:schemeClr val="tx1"/>
                </a:solidFill>
              </a:defRPr>
            </a:lvl7pPr>
            <a:lvl8pPr marL="0" indent="0">
              <a:buFontTx/>
              <a:buNone/>
              <a:defRPr sz="1000">
                <a:solidFill>
                  <a:schemeClr val="tx1"/>
                </a:solidFill>
              </a:defRPr>
            </a:lvl8pPr>
            <a:lvl9pPr marL="0" indent="0">
              <a:buFontTx/>
              <a:buNone/>
              <a:defRPr sz="1000">
                <a:solidFill>
                  <a:schemeClr val="tx1"/>
                </a:solidFill>
              </a:defRPr>
            </a:lvl9pPr>
          </a:lstStyle>
          <a:p>
            <a:pPr lvl="0"/>
            <a:r>
              <a:rPr lang="en-US"/>
              <a:t>Click to add text</a:t>
            </a:r>
          </a:p>
        </p:txBody>
      </p:sp>
      <p:sp>
        <p:nvSpPr>
          <p:cNvPr id="13" name="Content Placeholder 4">
            <a:extLst>
              <a:ext uri="{FF2B5EF4-FFF2-40B4-BE49-F238E27FC236}">
                <a16:creationId xmlns:a16="http://schemas.microsoft.com/office/drawing/2014/main" id="{3F838A0E-9C6D-5749-8DE7-F50D37E7135A}"/>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D0FBA4F3-2BF8-460E-975E-79EFD6A469E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A9082F09-215D-462F-8AE2-AF4850E331BE}"/>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CED792D8-BB5D-46B3-B111-23EE8EFC8396}"/>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CF8D1FD5-9821-4E87-9D22-2822EA104D6A}"/>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0" name="Rectangle 9">
            <a:extLst>
              <a:ext uri="{FF2B5EF4-FFF2-40B4-BE49-F238E27FC236}">
                <a16:creationId xmlns:a16="http://schemas.microsoft.com/office/drawing/2014/main" id="{62CC7B06-2344-4D79-BA63-F5B8FB6BDC38}"/>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22" name="Footer Placeholder 3">
            <a:extLst>
              <a:ext uri="{FF2B5EF4-FFF2-40B4-BE49-F238E27FC236}">
                <a16:creationId xmlns:a16="http://schemas.microsoft.com/office/drawing/2014/main" id="{31EFC822-E189-497F-815B-DF5497A5466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29246587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2col imag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D29D68-3A09-43C3-8F93-53801A9E802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C4C4004A-BAE4-44BC-A324-2D30F5B3B59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0" y="0"/>
            <a:ext cx="6096000" cy="6286500"/>
          </a:xfrm>
          <a:solidFill>
            <a:schemeClr val="bg1">
              <a:lumMod val="75000"/>
            </a:schemeClr>
          </a:solidFill>
        </p:spPr>
        <p:txBody>
          <a:bodyPr tIns="2560320"/>
          <a:lstStyle>
            <a:lvl1pPr algn="ctr">
              <a:defRPr b="0" i="0"/>
            </a:lvl1pPr>
          </a:lstStyle>
          <a:p>
            <a:r>
              <a:rPr lang="en-US"/>
              <a:t>Click icon to add picture</a:t>
            </a:r>
          </a:p>
        </p:txBody>
      </p:sp>
      <p:sp>
        <p:nvSpPr>
          <p:cNvPr id="11" name="Content Placeholder 4">
            <a:extLst>
              <a:ext uri="{FF2B5EF4-FFF2-40B4-BE49-F238E27FC236}">
                <a16:creationId xmlns:a16="http://schemas.microsoft.com/office/drawing/2014/main" id="{207FC60C-7DF0-B74A-B2EE-03F1DFEC3C7D}"/>
              </a:ext>
            </a:extLst>
          </p:cNvPr>
          <p:cNvSpPr>
            <a:spLocks noGrp="1"/>
          </p:cNvSpPr>
          <p:nvPr>
            <p:ph sz="quarter" idx="19"/>
          </p:nvPr>
        </p:nvSpPr>
        <p:spPr>
          <a:xfrm>
            <a:off x="6320117" y="1828800"/>
            <a:ext cx="5413943"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F4BB6C34-EF86-49E6-AEF2-C7F05BD9DB6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9" name="Slide Number Placeholder 1">
            <a:extLst>
              <a:ext uri="{FF2B5EF4-FFF2-40B4-BE49-F238E27FC236}">
                <a16:creationId xmlns:a16="http://schemas.microsoft.com/office/drawing/2014/main" id="{A439155B-AD52-42E7-A425-EA7250CFBE5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22" name="Text Placeholder 25">
            <a:extLst>
              <a:ext uri="{FF2B5EF4-FFF2-40B4-BE49-F238E27FC236}">
                <a16:creationId xmlns:a16="http://schemas.microsoft.com/office/drawing/2014/main" id="{AAC117CE-F2A7-4C1A-AF9A-EDE055E522BC}"/>
              </a:ext>
            </a:extLst>
          </p:cNvPr>
          <p:cNvSpPr>
            <a:spLocks noGrp="1"/>
          </p:cNvSpPr>
          <p:nvPr>
            <p:ph type="body" sz="quarter" idx="17" hasCustomPrompt="1"/>
          </p:nvPr>
        </p:nvSpPr>
        <p:spPr>
          <a:xfrm>
            <a:off x="6319978" y="1344168"/>
            <a:ext cx="5384342"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3" name="Title 15">
            <a:extLst>
              <a:ext uri="{FF2B5EF4-FFF2-40B4-BE49-F238E27FC236}">
                <a16:creationId xmlns:a16="http://schemas.microsoft.com/office/drawing/2014/main" id="{10433174-55DF-47EB-96A0-B862D3A869BA}"/>
              </a:ext>
            </a:extLst>
          </p:cNvPr>
          <p:cNvSpPr>
            <a:spLocks noGrp="1"/>
          </p:cNvSpPr>
          <p:nvPr>
            <p:ph type="title"/>
          </p:nvPr>
        </p:nvSpPr>
        <p:spPr>
          <a:xfrm>
            <a:off x="6319978" y="457199"/>
            <a:ext cx="5384342" cy="786384"/>
          </a:xfrm>
        </p:spPr>
        <p:txBody>
          <a:bodyPr rIns="0"/>
          <a:lstStyle/>
          <a:p>
            <a:r>
              <a:rPr lang="en-US"/>
              <a:t>Click to edit Master title style</a:t>
            </a:r>
          </a:p>
        </p:txBody>
      </p:sp>
      <p:sp>
        <p:nvSpPr>
          <p:cNvPr id="13" name="Footer Placeholder 3">
            <a:extLst>
              <a:ext uri="{FF2B5EF4-FFF2-40B4-BE49-F238E27FC236}">
                <a16:creationId xmlns:a16="http://schemas.microsoft.com/office/drawing/2014/main" id="{73503032-DA64-44FB-88F6-69F8994B6D6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20222763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2/3 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CC3C6E-EE89-434A-973C-DFF0598D647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2" name="Rectangle 11">
            <a:extLst>
              <a:ext uri="{FF2B5EF4-FFF2-40B4-BE49-F238E27FC236}">
                <a16:creationId xmlns:a16="http://schemas.microsoft.com/office/drawing/2014/main" id="{A64E2AFB-53E9-4FD6-88F0-8ED0A5EBCD8E}"/>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3" name="Title 2">
            <a:extLst>
              <a:ext uri="{FF2B5EF4-FFF2-40B4-BE49-F238E27FC236}">
                <a16:creationId xmlns:a16="http://schemas.microsoft.com/office/drawing/2014/main" id="{CA1149F1-49B3-C542-803F-D3D2F88402E7}"/>
              </a:ext>
            </a:extLst>
          </p:cNvPr>
          <p:cNvSpPr>
            <a:spLocks noGrp="1"/>
          </p:cNvSpPr>
          <p:nvPr>
            <p:ph type="title"/>
          </p:nvPr>
        </p:nvSpPr>
        <p:spPr>
          <a:xfrm>
            <a:off x="457200" y="457199"/>
            <a:ext cx="3599966" cy="784226"/>
          </a:xfrm>
        </p:spPr>
        <p:txBody>
          <a:bodyPr lIns="0" rIns="0"/>
          <a:lstStyle/>
          <a:p>
            <a:r>
              <a:rPr lang="en-US"/>
              <a:t>Click to edit Master title style</a:t>
            </a:r>
          </a:p>
        </p:txBody>
      </p:sp>
      <p:sp>
        <p:nvSpPr>
          <p:cNvPr id="9" name="Text Placeholder 25">
            <a:extLst>
              <a:ext uri="{FF2B5EF4-FFF2-40B4-BE49-F238E27FC236}">
                <a16:creationId xmlns:a16="http://schemas.microsoft.com/office/drawing/2014/main" id="{950D9BC9-37AB-2942-B45D-4822C8B58D04}"/>
              </a:ext>
            </a:extLst>
          </p:cNvPr>
          <p:cNvSpPr>
            <a:spLocks noGrp="1"/>
          </p:cNvSpPr>
          <p:nvPr>
            <p:ph type="body" sz="quarter" idx="17" hasCustomPrompt="1"/>
          </p:nvPr>
        </p:nvSpPr>
        <p:spPr>
          <a:xfrm>
            <a:off x="457200" y="1343431"/>
            <a:ext cx="3602039" cy="485369"/>
          </a:xfrm>
        </p:spPr>
        <p:txBody>
          <a:bodyPr lIns="0"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4298950" y="457198"/>
            <a:ext cx="7427912" cy="5551489"/>
          </a:xfrm>
          <a:solidFill>
            <a:schemeClr val="bg1">
              <a:lumMod val="75000"/>
            </a:schemeClr>
          </a:solidFill>
        </p:spPr>
        <p:txBody>
          <a:bodyPr tIns="2194560"/>
          <a:lstStyle>
            <a:lvl1pPr algn="ctr">
              <a:defRPr b="0" i="0"/>
            </a:lvl1pPr>
          </a:lstStyle>
          <a:p>
            <a:r>
              <a:rPr lang="en-US"/>
              <a:t>Click icon to add picture</a:t>
            </a:r>
          </a:p>
        </p:txBody>
      </p:sp>
      <p:sp>
        <p:nvSpPr>
          <p:cNvPr id="11" name="Content Placeholder 4">
            <a:extLst>
              <a:ext uri="{FF2B5EF4-FFF2-40B4-BE49-F238E27FC236}">
                <a16:creationId xmlns:a16="http://schemas.microsoft.com/office/drawing/2014/main" id="{760A7196-34C5-A442-9294-F070A669800E}"/>
              </a:ext>
            </a:extLst>
          </p:cNvPr>
          <p:cNvSpPr>
            <a:spLocks noGrp="1"/>
          </p:cNvSpPr>
          <p:nvPr>
            <p:ph sz="quarter" idx="19"/>
          </p:nvPr>
        </p:nvSpPr>
        <p:spPr>
          <a:xfrm>
            <a:off x="457200" y="182880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a:extLst>
              <a:ext uri="{FF2B5EF4-FFF2-40B4-BE49-F238E27FC236}">
                <a16:creationId xmlns:a16="http://schemas.microsoft.com/office/drawing/2014/main" id="{AF9B9FE1-27EB-48D3-9700-EE47953D5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A90A9191-AB5C-45F7-8497-E7B48023341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Footer Placeholder 3">
            <a:extLst>
              <a:ext uri="{FF2B5EF4-FFF2-40B4-BE49-F238E27FC236}">
                <a16:creationId xmlns:a16="http://schemas.microsoft.com/office/drawing/2014/main" id="{DDC72B91-415D-4EAB-B6FE-0776EA7E3D6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37161396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3col">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9E18CF-CA4A-4731-A40B-45E2846C7631}"/>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4103871A-53C4-4546-9554-252303F53F6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Content Placeholder 4">
            <a:extLst>
              <a:ext uri="{FF2B5EF4-FFF2-40B4-BE49-F238E27FC236}">
                <a16:creationId xmlns:a16="http://schemas.microsoft.com/office/drawing/2014/main" id="{E205A430-8E9F-D040-BFFF-B7A4A3EA7154}"/>
              </a:ext>
            </a:extLst>
          </p:cNvPr>
          <p:cNvSpPr>
            <a:spLocks noGrp="1"/>
          </p:cNvSpPr>
          <p:nvPr>
            <p:ph sz="quarter" idx="19"/>
          </p:nvPr>
        </p:nvSpPr>
        <p:spPr>
          <a:xfrm>
            <a:off x="457200"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6A98DB26-B7FB-3241-9C96-D93B9B52CD1E}"/>
              </a:ext>
            </a:extLst>
          </p:cNvPr>
          <p:cNvSpPr>
            <a:spLocks noGrp="1"/>
          </p:cNvSpPr>
          <p:nvPr>
            <p:ph sz="quarter" idx="20"/>
          </p:nvPr>
        </p:nvSpPr>
        <p:spPr>
          <a:xfrm>
            <a:off x="4297680"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4">
            <a:extLst>
              <a:ext uri="{FF2B5EF4-FFF2-40B4-BE49-F238E27FC236}">
                <a16:creationId xmlns:a16="http://schemas.microsoft.com/office/drawing/2014/main" id="{EF966A4E-5145-9C4D-8099-EFAA2A475FD8}"/>
              </a:ext>
            </a:extLst>
          </p:cNvPr>
          <p:cNvSpPr>
            <a:spLocks noGrp="1"/>
          </p:cNvSpPr>
          <p:nvPr>
            <p:ph sz="quarter" idx="21"/>
          </p:nvPr>
        </p:nvSpPr>
        <p:spPr>
          <a:xfrm>
            <a:off x="8136798"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9" name="Picture 18">
            <a:extLst>
              <a:ext uri="{FF2B5EF4-FFF2-40B4-BE49-F238E27FC236}">
                <a16:creationId xmlns:a16="http://schemas.microsoft.com/office/drawing/2014/main" id="{42778CEF-946B-4B06-9ACB-3AC61D21A7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20" name="Slide Number Placeholder 1">
            <a:extLst>
              <a:ext uri="{FF2B5EF4-FFF2-40B4-BE49-F238E27FC236}">
                <a16:creationId xmlns:a16="http://schemas.microsoft.com/office/drawing/2014/main" id="{EC358D68-CB2C-46B6-A00B-854615303A5C}"/>
              </a:ext>
            </a:extLst>
          </p:cNvPr>
          <p:cNvSpPr>
            <a:spLocks noGrp="1"/>
          </p:cNvSpPr>
          <p:nvPr>
            <p:ph type="sldNum" sz="quarter" idx="22"/>
          </p:nvPr>
        </p:nvSpPr>
        <p:spPr>
          <a:xfrm>
            <a:off x="11427675" y="6437376"/>
            <a:ext cx="306387" cy="208758"/>
          </a:xfrm>
        </p:spPr>
        <p:txBody>
          <a:bodyPr/>
          <a:lstStyle/>
          <a:p>
            <a:fld id="{63DCA5C9-2E11-4C67-86EB-AE1DE127DC64}" type="slidenum">
              <a:rPr lang="en-US" smtClean="0"/>
              <a:pPr/>
              <a:t>‹#›</a:t>
            </a:fld>
            <a:endParaRPr lang="en-US"/>
          </a:p>
        </p:txBody>
      </p:sp>
      <p:sp>
        <p:nvSpPr>
          <p:cNvPr id="21" name="Text Placeholder 25">
            <a:extLst>
              <a:ext uri="{FF2B5EF4-FFF2-40B4-BE49-F238E27FC236}">
                <a16:creationId xmlns:a16="http://schemas.microsoft.com/office/drawing/2014/main" id="{75212AD8-B9F1-4438-A6D4-9355B9B3CD1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2" name="Title 15">
            <a:extLst>
              <a:ext uri="{FF2B5EF4-FFF2-40B4-BE49-F238E27FC236}">
                <a16:creationId xmlns:a16="http://schemas.microsoft.com/office/drawing/2014/main" id="{84B5E47C-8E0B-4959-A893-96C42EB7A57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7" name="Footer Placeholder 3">
            <a:extLst>
              <a:ext uri="{FF2B5EF4-FFF2-40B4-BE49-F238E27FC236}">
                <a16:creationId xmlns:a16="http://schemas.microsoft.com/office/drawing/2014/main" id="{B4587957-D2A2-4236-9E09-76580451E5A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36354959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1col table">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8CA7F71-7686-487C-9DCC-633A9929C7B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51236B22-13A6-4DAD-A69C-705F0241481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hasCustomPrompt="1"/>
          </p:nvPr>
        </p:nvSpPr>
        <p:spPr>
          <a:xfrm>
            <a:off x="457200" y="1828801"/>
            <a:ext cx="11247120" cy="4179888"/>
          </a:xfrm>
          <a:pattFill prst="pct10">
            <a:fgClr>
              <a:schemeClr val="accent1"/>
            </a:fgClr>
            <a:bgClr>
              <a:schemeClr val="bg1"/>
            </a:bgClr>
          </a:pattFill>
        </p:spPr>
        <p:txBody>
          <a:bodyPr tIns="2514600"/>
          <a:lstStyle>
            <a:lvl1pPr algn="ctr">
              <a:defRPr b="0" i="0"/>
            </a:lvl1pPr>
          </a:lstStyle>
          <a:p>
            <a:r>
              <a:rPr lang="en-US"/>
              <a:t>Click icon to add table adjust size as needed</a:t>
            </a:r>
          </a:p>
        </p:txBody>
      </p:sp>
      <p:pic>
        <p:nvPicPr>
          <p:cNvPr id="12" name="Picture 11">
            <a:extLst>
              <a:ext uri="{FF2B5EF4-FFF2-40B4-BE49-F238E27FC236}">
                <a16:creationId xmlns:a16="http://schemas.microsoft.com/office/drawing/2014/main" id="{F162E4F0-75F1-4E13-98E1-1FBA68E159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3D3E3C75-AE4A-4514-B4D2-1307A6648F4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4" name="Text Placeholder 25">
            <a:extLst>
              <a:ext uri="{FF2B5EF4-FFF2-40B4-BE49-F238E27FC236}">
                <a16:creationId xmlns:a16="http://schemas.microsoft.com/office/drawing/2014/main" id="{251C24F9-13F7-4A35-AA35-9BC603AF638C}"/>
              </a:ext>
            </a:extLst>
          </p:cNvPr>
          <p:cNvSpPr>
            <a:spLocks noGrp="1"/>
          </p:cNvSpPr>
          <p:nvPr>
            <p:ph type="body" sz="quarter" idx="22"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5" name="Title 15">
            <a:extLst>
              <a:ext uri="{FF2B5EF4-FFF2-40B4-BE49-F238E27FC236}">
                <a16:creationId xmlns:a16="http://schemas.microsoft.com/office/drawing/2014/main" id="{6F4AE1DE-1B0D-43E9-94D9-62F3A07EC22F}"/>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6" name="Footer Placeholder 3">
            <a:extLst>
              <a:ext uri="{FF2B5EF4-FFF2-40B4-BE49-F238E27FC236}">
                <a16:creationId xmlns:a16="http://schemas.microsoft.com/office/drawing/2014/main" id="{91EAF2CA-1704-4BFF-86FC-1F844DDF5A8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4340929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1col chart">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8F3CF2-F7A9-4F11-B382-38A2722B0D4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43EB1C3D-A76E-490F-BBD2-E58DD21AE3A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Chart Placeholder 6">
            <a:extLst>
              <a:ext uri="{FF2B5EF4-FFF2-40B4-BE49-F238E27FC236}">
                <a16:creationId xmlns:a16="http://schemas.microsoft.com/office/drawing/2014/main" id="{0203C4E6-EC7C-1F40-86EA-065A6220FC54}"/>
              </a:ext>
            </a:extLst>
          </p:cNvPr>
          <p:cNvSpPr>
            <a:spLocks noGrp="1"/>
          </p:cNvSpPr>
          <p:nvPr>
            <p:ph type="chart" sz="quarter" idx="20" hasCustomPrompt="1"/>
          </p:nvPr>
        </p:nvSpPr>
        <p:spPr>
          <a:xfrm>
            <a:off x="457200" y="1828799"/>
            <a:ext cx="11247120" cy="4179889"/>
          </a:xfrm>
          <a:pattFill prst="pct10">
            <a:fgClr>
              <a:schemeClr val="tx1"/>
            </a:fgClr>
            <a:bgClr>
              <a:schemeClr val="bg1"/>
            </a:bgClr>
          </a:pattFill>
        </p:spPr>
        <p:txBody>
          <a:bodyPr tIns="2560320"/>
          <a:lstStyle>
            <a:lvl1pPr algn="ctr">
              <a:defRPr b="0" i="0"/>
            </a:lvl1p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a:t>Click icon to add chart adjust size as needed</a:t>
            </a:r>
          </a:p>
        </p:txBody>
      </p:sp>
      <p:pic>
        <p:nvPicPr>
          <p:cNvPr id="13" name="Picture 12">
            <a:extLst>
              <a:ext uri="{FF2B5EF4-FFF2-40B4-BE49-F238E27FC236}">
                <a16:creationId xmlns:a16="http://schemas.microsoft.com/office/drawing/2014/main" id="{EF0CB498-EAA7-4390-B1F6-D645C78105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DF85D99A-810D-47AB-BB91-A93A91F922A3}"/>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5" name="Text Placeholder 25">
            <a:extLst>
              <a:ext uri="{FF2B5EF4-FFF2-40B4-BE49-F238E27FC236}">
                <a16:creationId xmlns:a16="http://schemas.microsoft.com/office/drawing/2014/main" id="{126F3D7E-DF67-45ED-8A5B-D24FFE4F7F3C}"/>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4693B169-FB68-4722-A393-DA504484DEE5}"/>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1" name="Footer Placeholder 3">
            <a:extLst>
              <a:ext uri="{FF2B5EF4-FFF2-40B4-BE49-F238E27FC236}">
                <a16:creationId xmlns:a16="http://schemas.microsoft.com/office/drawing/2014/main" id="{2EFAEEB4-8A6A-4C60-91DF-CED1E27106F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4128021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header only">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ACF38C-F2B7-42D8-B179-6AC594C125B8}"/>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8" name="Rectangle 7">
            <a:extLst>
              <a:ext uri="{FF2B5EF4-FFF2-40B4-BE49-F238E27FC236}">
                <a16:creationId xmlns:a16="http://schemas.microsoft.com/office/drawing/2014/main" id="{D3EF452C-388D-4AEF-A41B-D58BEC9125B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4" name="Picture 13">
            <a:extLst>
              <a:ext uri="{FF2B5EF4-FFF2-40B4-BE49-F238E27FC236}">
                <a16:creationId xmlns:a16="http://schemas.microsoft.com/office/drawing/2014/main" id="{2FABE8C2-B407-4668-93E2-0AB5002271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7C71AD98-43C1-4B44-BD16-A2AC82688C8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9" name="Text Placeholder 25">
            <a:extLst>
              <a:ext uri="{FF2B5EF4-FFF2-40B4-BE49-F238E27FC236}">
                <a16:creationId xmlns:a16="http://schemas.microsoft.com/office/drawing/2014/main" id="{521BE056-4E7F-41B4-B79F-6147E6C0EA29}"/>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0" name="Title 15">
            <a:extLst>
              <a:ext uri="{FF2B5EF4-FFF2-40B4-BE49-F238E27FC236}">
                <a16:creationId xmlns:a16="http://schemas.microsoft.com/office/drawing/2014/main" id="{9C7F8C39-538A-4240-962A-CBD12505A7EE}"/>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0" name="Footer Placeholder 3">
            <a:extLst>
              <a:ext uri="{FF2B5EF4-FFF2-40B4-BE49-F238E27FC236}">
                <a16:creationId xmlns:a16="http://schemas.microsoft.com/office/drawing/2014/main" id="{7A9C74F7-2484-4EDA-80EC-7005C8B65F2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4504068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blank">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84038F-1D4F-433A-AEA2-C97CE86FEA1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83E5BA34-6CD5-474F-8E0B-EDBD871108E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0" name="Picture 9">
            <a:extLst>
              <a:ext uri="{FF2B5EF4-FFF2-40B4-BE49-F238E27FC236}">
                <a16:creationId xmlns:a16="http://schemas.microsoft.com/office/drawing/2014/main" id="{ABF6B797-20B3-4E45-AA20-B11F6D20C6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1" name="Slide Number Placeholder 1">
            <a:extLst>
              <a:ext uri="{FF2B5EF4-FFF2-40B4-BE49-F238E27FC236}">
                <a16:creationId xmlns:a16="http://schemas.microsoft.com/office/drawing/2014/main" id="{7BB48365-87F8-49A1-91DF-B0D46B3CFF6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8" name="Footer Placeholder 3">
            <a:extLst>
              <a:ext uri="{FF2B5EF4-FFF2-40B4-BE49-F238E27FC236}">
                <a16:creationId xmlns:a16="http://schemas.microsoft.com/office/drawing/2014/main" id="{562F3210-0218-4593-B47E-D03039365C8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26544191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hasCustomPrompt="1"/>
          </p:nvPr>
        </p:nvSpPr>
        <p:spPr>
          <a:xfrm>
            <a:off x="465138" y="931067"/>
            <a:ext cx="1084262" cy="1443833"/>
          </a:xfrm>
          <a:solidFill>
            <a:schemeClr val="bg1">
              <a:lumMod val="75000"/>
            </a:schemeClr>
          </a:solidFill>
        </p:spPr>
        <p:txBody>
          <a:bodyPr tIns="274320"/>
          <a:lstStyle>
            <a:lvl1pPr algn="ctr">
              <a:defRPr b="0" i="0">
                <a:solidFill>
                  <a:schemeClr val="tx1"/>
                </a:solidFill>
              </a:defRPr>
            </a:lvl1pPr>
            <a:lvl2pPr algn="ctr">
              <a:defRPr>
                <a:solidFill>
                  <a:schemeClr val="tx1"/>
                </a:solidFill>
              </a:defRPr>
            </a:lvl2pPr>
          </a:lstStyle>
          <a:p>
            <a:pPr lvl="0"/>
            <a:r>
              <a:rPr lang="en-US"/>
              <a:t>Insert</a:t>
            </a:r>
          </a:p>
        </p:txBody>
      </p:sp>
      <p:sp>
        <p:nvSpPr>
          <p:cNvPr id="7" name="Title 1">
            <a:extLst>
              <a:ext uri="{FF2B5EF4-FFF2-40B4-BE49-F238E27FC236}">
                <a16:creationId xmlns:a16="http://schemas.microsoft.com/office/drawing/2014/main" id="{86778AC2-0176-4241-BC19-68F111FBDC19}"/>
              </a:ext>
            </a:extLst>
          </p:cNvPr>
          <p:cNvSpPr>
            <a:spLocks noGrp="1"/>
          </p:cNvSpPr>
          <p:nvPr>
            <p:ph type="title" hasCustomPrompt="1"/>
          </p:nvPr>
        </p:nvSpPr>
        <p:spPr>
          <a:xfrm>
            <a:off x="465137" y="2864931"/>
            <a:ext cx="7659687" cy="2494469"/>
          </a:xfrm>
        </p:spPr>
        <p:txBody>
          <a:bodyPr lIns="0" rIns="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text</a:t>
            </a:r>
          </a:p>
        </p:txBody>
      </p:sp>
      <p:pic>
        <p:nvPicPr>
          <p:cNvPr id="12" name="Picture 11">
            <a:extLst>
              <a:ext uri="{FF2B5EF4-FFF2-40B4-BE49-F238E27FC236}">
                <a16:creationId xmlns:a16="http://schemas.microsoft.com/office/drawing/2014/main" id="{89E98E94-5DF6-4E58-AD1A-50C50B3F691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7943A519-3368-444C-8205-BAD4168421E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9" name="Rectangle 8">
            <a:extLst>
              <a:ext uri="{FF2B5EF4-FFF2-40B4-BE49-F238E27FC236}">
                <a16:creationId xmlns:a16="http://schemas.microsoft.com/office/drawing/2014/main" id="{B141855A-1EFE-44B7-9542-BBBEBEA0494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5" name="Footer Placeholder 3">
            <a:extLst>
              <a:ext uri="{FF2B5EF4-FFF2-40B4-BE49-F238E27FC236}">
                <a16:creationId xmlns:a16="http://schemas.microsoft.com/office/drawing/2014/main" id="{67D1C4F9-C8B2-4F15-A13B-AFCA5611B68B}"/>
              </a:ext>
            </a:extLst>
          </p:cNvPr>
          <p:cNvSpPr>
            <a:spLocks noGrp="1"/>
          </p:cNvSpPr>
          <p:nvPr>
            <p:ph type="ftr" sz="quarter" idx="23"/>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
        <p:nvSpPr>
          <p:cNvPr id="10" name="Text Placeholder 25">
            <a:extLst>
              <a:ext uri="{FF2B5EF4-FFF2-40B4-BE49-F238E27FC236}">
                <a16:creationId xmlns:a16="http://schemas.microsoft.com/office/drawing/2014/main" id="{E78AC81E-DC2D-4208-8BB2-D23380047DFB}"/>
              </a:ext>
            </a:extLst>
          </p:cNvPr>
          <p:cNvSpPr>
            <a:spLocks noGrp="1"/>
          </p:cNvSpPr>
          <p:nvPr>
            <p:ph type="body" sz="quarter" idx="17" hasCustomPrompt="1"/>
          </p:nvPr>
        </p:nvSpPr>
        <p:spPr>
          <a:xfrm>
            <a:off x="2020823" y="1647509"/>
            <a:ext cx="5230368" cy="392365"/>
          </a:xfrm>
        </p:spPr>
        <p:txBody>
          <a:bodyPr tIns="0" rIns="0"/>
          <a:lstStyle>
            <a:lvl1pPr>
              <a:lnSpc>
                <a:spcPct val="100000"/>
              </a:lnSpc>
              <a:spcAft>
                <a:spcPts val="0"/>
              </a:spcAft>
              <a:defRPr sz="2800" b="1"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name</a:t>
            </a:r>
          </a:p>
        </p:txBody>
      </p:sp>
      <p:sp>
        <p:nvSpPr>
          <p:cNvPr id="14" name="Text Placeholder 25">
            <a:extLst>
              <a:ext uri="{FF2B5EF4-FFF2-40B4-BE49-F238E27FC236}">
                <a16:creationId xmlns:a16="http://schemas.microsoft.com/office/drawing/2014/main" id="{0EB765C6-B69F-401B-A97F-43E692FB667C}"/>
              </a:ext>
            </a:extLst>
          </p:cNvPr>
          <p:cNvSpPr>
            <a:spLocks noGrp="1"/>
          </p:cNvSpPr>
          <p:nvPr>
            <p:ph type="body" sz="quarter" idx="22" hasCustomPrompt="1"/>
          </p:nvPr>
        </p:nvSpPr>
        <p:spPr>
          <a:xfrm>
            <a:off x="2020824" y="2066163"/>
            <a:ext cx="5230368" cy="329184"/>
          </a:xfrm>
        </p:spPr>
        <p:txBody>
          <a:bodyPr tIns="0" rIns="0"/>
          <a:lstStyle>
            <a:lvl1pPr>
              <a:lnSpc>
                <a:spcPct val="100000"/>
              </a:lnSpc>
              <a:spcAft>
                <a:spcPts val="0"/>
              </a:spcAft>
              <a:defRPr sz="26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title</a:t>
            </a:r>
          </a:p>
        </p:txBody>
      </p:sp>
    </p:spTree>
    <p:extLst>
      <p:ext uri="{BB962C8B-B14F-4D97-AF65-F5344CB8AC3E}">
        <p14:creationId xmlns:p14="http://schemas.microsoft.com/office/powerpoint/2010/main" val="5898047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video">
    <p:bg>
      <p:bgPr>
        <a:solidFill>
          <a:schemeClr val="tx1"/>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p:nvPr>
        </p:nvSpPr>
        <p:spPr>
          <a:xfrm>
            <a:off x="0" y="0"/>
            <a:ext cx="12192000" cy="6858000"/>
          </a:xfrm>
          <a:solidFill>
            <a:schemeClr val="tx1"/>
          </a:solidFill>
        </p:spPr>
        <p:txBody>
          <a:bodyPr tIns="731520" anchor="ctr" anchorCtr="0"/>
          <a:lstStyle>
            <a:lvl1pPr algn="ctr">
              <a:defRPr sz="2000" b="0" i="0">
                <a:solidFill>
                  <a:schemeClr val="bg2"/>
                </a:solidFill>
              </a:defRPr>
            </a:lvl1pPr>
          </a:lstStyle>
          <a:p>
            <a:r>
              <a:rPr lang="en-US"/>
              <a:t>Click icon to add media</a:t>
            </a:r>
          </a:p>
        </p:txBody>
      </p:sp>
    </p:spTree>
    <p:extLst>
      <p:ext uri="{BB962C8B-B14F-4D97-AF65-F5344CB8AC3E}">
        <p14:creationId xmlns:p14="http://schemas.microsoft.com/office/powerpoint/2010/main" val="2614415268"/>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512313CB-BBFB-4B6C-8838-3F145B360F1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25377565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losing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512313CB-BBFB-4B6C-8838-3F145B360F1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YYYY WTW. Proprietary and confidential. For WTW and WTW client use only.</a:t>
            </a:r>
          </a:p>
        </p:txBody>
      </p:sp>
    </p:spTree>
    <p:extLst>
      <p:ext uri="{BB962C8B-B14F-4D97-AF65-F5344CB8AC3E}">
        <p14:creationId xmlns:p14="http://schemas.microsoft.com/office/powerpoint/2010/main" val="12787529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3FD2609-DCE3-3938-DBDA-0B488024DB08}"/>
              </a:ext>
            </a:extLst>
          </p:cNvPr>
          <p:cNvSpPr>
            <a:spLocks noGrp="1"/>
          </p:cNvSpPr>
          <p:nvPr>
            <p:ph type="ftr" sz="quarter" idx="10"/>
          </p:nvPr>
        </p:nvSpPr>
        <p:spPr/>
        <p:txBody>
          <a:bodyPr/>
          <a:lstStyle/>
          <a:p>
            <a:pPr lvl="6"/>
            <a:r>
              <a:rPr lang="en-US"/>
              <a:t>© YYYY WTW. Proprietary and confidential. For WTW and WTW client use only.</a:t>
            </a:r>
          </a:p>
        </p:txBody>
      </p:sp>
      <p:sp>
        <p:nvSpPr>
          <p:cNvPr id="3" name="Slide Number Placeholder 2">
            <a:extLst>
              <a:ext uri="{FF2B5EF4-FFF2-40B4-BE49-F238E27FC236}">
                <a16:creationId xmlns:a16="http://schemas.microsoft.com/office/drawing/2014/main" id="{3BD77835-FDA5-622D-C086-442C5401B12D}"/>
              </a:ext>
            </a:extLst>
          </p:cNvPr>
          <p:cNvSpPr>
            <a:spLocks noGrp="1"/>
          </p:cNvSpPr>
          <p:nvPr>
            <p:ph type="sldNum" sz="quarter" idx="11"/>
          </p:nvPr>
        </p:nvSpPr>
        <p:spPr/>
        <p:txBody>
          <a:bodyPr/>
          <a:lstStyle/>
          <a:p>
            <a:fld id="{63DCA5C9-2E11-4C67-86EB-AE1DE127DC64}" type="slidenum">
              <a:rPr lang="en-US" smtClean="0"/>
              <a:pPr/>
              <a:t>‹#›</a:t>
            </a:fld>
            <a:endParaRPr lang="en-US"/>
          </a:p>
        </p:txBody>
      </p:sp>
    </p:spTree>
    <p:extLst>
      <p:ext uri="{BB962C8B-B14F-4D97-AF65-F5344CB8AC3E}">
        <p14:creationId xmlns:p14="http://schemas.microsoft.com/office/powerpoint/2010/main" val="21996099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6396193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with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2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4055842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with image and eyebr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 click to edit</a:t>
            </a:r>
          </a:p>
        </p:txBody>
      </p:sp>
    </p:spTree>
    <p:extLst>
      <p:ext uri="{BB962C8B-B14F-4D97-AF65-F5344CB8AC3E}">
        <p14:creationId xmlns:p14="http://schemas.microsoft.com/office/powerpoint/2010/main" val="40552470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with image and eyebrow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2 — click to edit</a:t>
            </a:r>
          </a:p>
        </p:txBody>
      </p:sp>
    </p:spTree>
    <p:extLst>
      <p:ext uri="{BB962C8B-B14F-4D97-AF65-F5344CB8AC3E}">
        <p14:creationId xmlns:p14="http://schemas.microsoft.com/office/powerpoint/2010/main" val="32640501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2609F5C0-DCA3-43BB-9640-ED26F710EEA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Tree>
    <p:extLst>
      <p:ext uri="{BB962C8B-B14F-4D97-AF65-F5344CB8AC3E}">
        <p14:creationId xmlns:p14="http://schemas.microsoft.com/office/powerpoint/2010/main" val="3349848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no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2609F5C0-DCA3-43BB-9640-ED26F710EEA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2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Tree>
    <p:extLst>
      <p:ext uri="{BB962C8B-B14F-4D97-AF65-F5344CB8AC3E}">
        <p14:creationId xmlns:p14="http://schemas.microsoft.com/office/powerpoint/2010/main" val="3132510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br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cxnSp>
        <p:nvCxnSpPr>
          <p:cNvPr id="8" name="Straight Connector 7">
            <a:extLst>
              <a:ext uri="{FF2B5EF4-FFF2-40B4-BE49-F238E27FC236}">
                <a16:creationId xmlns:a16="http://schemas.microsoft.com/office/drawing/2014/main" id="{68BD69C2-429A-47BF-AFC1-919C4469AC6B}"/>
              </a:ext>
            </a:extLst>
          </p:cNvPr>
          <p:cNvCxnSpPr/>
          <p:nvPr userDrawn="1"/>
        </p:nvCxnSpPr>
        <p:spPr>
          <a:xfrm>
            <a:off x="10738017" y="6335876"/>
            <a:ext cx="0" cy="367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19">
            <a:extLst>
              <a:ext uri="{FF2B5EF4-FFF2-40B4-BE49-F238E27FC236}">
                <a16:creationId xmlns:a16="http://schemas.microsoft.com/office/drawing/2014/main" id="{57EBCDC8-3858-4B96-BABB-58AE637B4076}"/>
              </a:ext>
            </a:extLst>
          </p:cNvPr>
          <p:cNvSpPr>
            <a:spLocks noGrp="1"/>
          </p:cNvSpPr>
          <p:nvPr>
            <p:ph type="pic" sz="quarter" idx="14" hasCustomPrompt="1"/>
          </p:nvPr>
        </p:nvSpPr>
        <p:spPr>
          <a:xfrm>
            <a:off x="8049554" y="6368931"/>
            <a:ext cx="2466975" cy="390196"/>
          </a:xfrm>
        </p:spPr>
        <p:txBody>
          <a:bodyPr anchor="ctr" anchorCtr="0"/>
          <a:lstStyle>
            <a:lvl1pPr algn="ctr">
              <a:defRPr sz="1200"/>
            </a:lvl1pPr>
          </a:lstStyle>
          <a:p>
            <a:r>
              <a:rPr lang="en-US"/>
              <a:t>Click to insert cobrand logo</a:t>
            </a:r>
          </a:p>
        </p:txBody>
      </p:sp>
      <p:sp>
        <p:nvSpPr>
          <p:cNvPr id="15" name="Rectangle 14">
            <a:extLst>
              <a:ext uri="{FF2B5EF4-FFF2-40B4-BE49-F238E27FC236}">
                <a16:creationId xmlns:a16="http://schemas.microsoft.com/office/drawing/2014/main" id="{0E81A99A-28F5-400A-A06C-4564C61FDFA8}"/>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3" name="Rectangle 22">
            <a:extLst>
              <a:ext uri="{FF2B5EF4-FFF2-40B4-BE49-F238E27FC236}">
                <a16:creationId xmlns:a16="http://schemas.microsoft.com/office/drawing/2014/main" id="{B79E3780-1FCA-42E3-91B5-3C07F3064D1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4" name="Footer Placeholder 3">
            <a:extLst>
              <a:ext uri="{FF2B5EF4-FFF2-40B4-BE49-F238E27FC236}">
                <a16:creationId xmlns:a16="http://schemas.microsoft.com/office/drawing/2014/main" id="{DC3DCF4C-2E1B-40D8-B839-277A17EAB13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6" name="Rectangle 15">
            <a:extLst>
              <a:ext uri="{FF2B5EF4-FFF2-40B4-BE49-F238E27FC236}">
                <a16:creationId xmlns:a16="http://schemas.microsoft.com/office/drawing/2014/main" id="{1DBF7C3F-7FC1-423D-8774-FED59E4DBCE0}"/>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4" name="Text Placeholder 23">
            <a:extLst>
              <a:ext uri="{FF2B5EF4-FFF2-40B4-BE49-F238E27FC236}">
                <a16:creationId xmlns:a16="http://schemas.microsoft.com/office/drawing/2014/main" id="{F0C785EF-9E17-43E6-868A-A0F48620F168}"/>
              </a:ext>
            </a:extLst>
          </p:cNvPr>
          <p:cNvSpPr>
            <a:spLocks noGrp="1"/>
          </p:cNvSpPr>
          <p:nvPr>
            <p:ph type="body" sz="quarter" idx="18"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25" name="Text Placeholder 21">
            <a:extLst>
              <a:ext uri="{FF2B5EF4-FFF2-40B4-BE49-F238E27FC236}">
                <a16:creationId xmlns:a16="http://schemas.microsoft.com/office/drawing/2014/main" id="{CA9928E1-888D-4F50-BC02-91B5DA680D24}"/>
              </a:ext>
            </a:extLst>
          </p:cNvPr>
          <p:cNvSpPr>
            <a:spLocks noGrp="1"/>
          </p:cNvSpPr>
          <p:nvPr>
            <p:ph type="body" sz="quarter" idx="19"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26" name="Text Placeholder 25">
            <a:extLst>
              <a:ext uri="{FF2B5EF4-FFF2-40B4-BE49-F238E27FC236}">
                <a16:creationId xmlns:a16="http://schemas.microsoft.com/office/drawing/2014/main" id="{9A9EAD76-6105-44A8-8A8B-286F32267AB5}"/>
              </a:ext>
            </a:extLst>
          </p:cNvPr>
          <p:cNvSpPr>
            <a:spLocks noGrp="1"/>
          </p:cNvSpPr>
          <p:nvPr>
            <p:ph type="body" sz="quarter" idx="20"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27" name="Title 1">
            <a:extLst>
              <a:ext uri="{FF2B5EF4-FFF2-40B4-BE49-F238E27FC236}">
                <a16:creationId xmlns:a16="http://schemas.microsoft.com/office/drawing/2014/main" id="{9C7E50F4-F140-435A-BF1E-BB5BF832FB72}"/>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cobrand — click to edit second line if needed </a:t>
            </a:r>
          </a:p>
        </p:txBody>
      </p:sp>
    </p:spTree>
    <p:extLst>
      <p:ext uri="{BB962C8B-B14F-4D97-AF65-F5344CB8AC3E}">
        <p14:creationId xmlns:p14="http://schemas.microsoft.com/office/powerpoint/2010/main" val="15572446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 1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F982AE-B441-5D47-8FE2-7C216AC85070}"/>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1 no image — click to edit text</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0" name="Picture 9">
            <a:extLst>
              <a:ext uri="{FF2B5EF4-FFF2-40B4-BE49-F238E27FC236}">
                <a16:creationId xmlns:a16="http://schemas.microsoft.com/office/drawing/2014/main" id="{14EF8B42-EA86-E84A-AB99-6D91A9C3FFC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7376"/>
            <a:ext cx="644234" cy="208999"/>
          </a:xfrm>
          <a:prstGeom prst="rect">
            <a:avLst/>
          </a:prstGeom>
        </p:spPr>
      </p:pic>
      <p:sp>
        <p:nvSpPr>
          <p:cNvPr id="2" name="Slide Number Placeholder 1">
            <a:extLst>
              <a:ext uri="{FF2B5EF4-FFF2-40B4-BE49-F238E27FC236}">
                <a16:creationId xmlns:a16="http://schemas.microsoft.com/office/drawing/2014/main" id="{EDA2F4BF-5814-104F-9DEA-62BEC9541555}"/>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F6D15C58-405A-4936-A9EB-228AF76CF04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Footer Placeholder 3">
            <a:extLst>
              <a:ext uri="{FF2B5EF4-FFF2-40B4-BE49-F238E27FC236}">
                <a16:creationId xmlns:a16="http://schemas.microsoft.com/office/drawing/2014/main" id="{26375D5E-A88D-4EA9-BC79-11A2499BF2C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6326671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 2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A2584FF-D46F-45F7-B82A-CE42BD41844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FE44C43D-DB44-4411-BDB9-A4C2C7084B51}"/>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378FBD8A-D12B-4EFA-A9DB-2DD83E9E322D}"/>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5" name="Footer Placeholder 3">
            <a:extLst>
              <a:ext uri="{FF2B5EF4-FFF2-40B4-BE49-F238E27FC236}">
                <a16:creationId xmlns:a16="http://schemas.microsoft.com/office/drawing/2014/main" id="{D4471A6B-1EFF-490E-B279-C8FFAA8D5B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21" name="Title 1">
            <a:extLst>
              <a:ext uri="{FF2B5EF4-FFF2-40B4-BE49-F238E27FC236}">
                <a16:creationId xmlns:a16="http://schemas.microsoft.com/office/drawing/2014/main" id="{22BF5985-B02F-458A-8DDC-57916CC8A299}"/>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2 no image — click to edit text</a:t>
            </a:r>
          </a:p>
        </p:txBody>
      </p:sp>
      <p:sp>
        <p:nvSpPr>
          <p:cNvPr id="22" name="Text Placeholder 25">
            <a:extLst>
              <a:ext uri="{FF2B5EF4-FFF2-40B4-BE49-F238E27FC236}">
                <a16:creationId xmlns:a16="http://schemas.microsoft.com/office/drawing/2014/main" id="{DBEB1D60-90BA-4234-8D5F-520D83E1A270}"/>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Tree>
    <p:extLst>
      <p:ext uri="{BB962C8B-B14F-4D97-AF65-F5344CB8AC3E}">
        <p14:creationId xmlns:p14="http://schemas.microsoft.com/office/powerpoint/2010/main" val="12873334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3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9B7A2125-0066-41AD-B5C4-1FCDE010232D}"/>
              </a:ext>
            </a:extLst>
          </p:cNvPr>
          <p:cNvSpPr>
            <a:spLocks noGrp="1"/>
          </p:cNvSpPr>
          <p:nvPr>
            <p:ph type="pic" sz="quarter" idx="20" hasCustomPrompt="1"/>
          </p:nvPr>
        </p:nvSpPr>
        <p:spPr>
          <a:xfrm>
            <a:off x="465138" y="457200"/>
            <a:ext cx="11269662" cy="5791200"/>
          </a:xfrm>
          <a:custGeom>
            <a:avLst/>
            <a:gdLst>
              <a:gd name="connsiteX0" fmla="*/ 0 w 11269662"/>
              <a:gd name="connsiteY0" fmla="*/ 0 h 5791200"/>
              <a:gd name="connsiteX1" fmla="*/ 11269662 w 11269662"/>
              <a:gd name="connsiteY1" fmla="*/ 0 h 5791200"/>
              <a:gd name="connsiteX2" fmla="*/ 11269662 w 11269662"/>
              <a:gd name="connsiteY2" fmla="*/ 5791200 h 5791200"/>
              <a:gd name="connsiteX3" fmla="*/ 0 w 11269662"/>
              <a:gd name="connsiteY3" fmla="*/ 5791200 h 5791200"/>
              <a:gd name="connsiteX4" fmla="*/ 0 w 11269662"/>
              <a:gd name="connsiteY4" fmla="*/ 3941064 h 5791200"/>
              <a:gd name="connsiteX5" fmla="*/ 5624766 w 11269662"/>
              <a:gd name="connsiteY5" fmla="*/ 3941064 h 5791200"/>
              <a:gd name="connsiteX6" fmla="*/ 5624766 w 11269662"/>
              <a:gd name="connsiteY6" fmla="*/ 1929384 h 5791200"/>
              <a:gd name="connsiteX7" fmla="*/ 0 w 11269662"/>
              <a:gd name="connsiteY7" fmla="*/ 192938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9662" h="5791200">
                <a:moveTo>
                  <a:pt x="0" y="0"/>
                </a:moveTo>
                <a:lnTo>
                  <a:pt x="11269662" y="0"/>
                </a:lnTo>
                <a:lnTo>
                  <a:pt x="11269662" y="5791200"/>
                </a:lnTo>
                <a:lnTo>
                  <a:pt x="0" y="5791200"/>
                </a:lnTo>
                <a:lnTo>
                  <a:pt x="0" y="3941064"/>
                </a:lnTo>
                <a:lnTo>
                  <a:pt x="5624766" y="3941064"/>
                </a:lnTo>
                <a:lnTo>
                  <a:pt x="5624766" y="1929384"/>
                </a:lnTo>
                <a:lnTo>
                  <a:pt x="0" y="1929384"/>
                </a:lnTo>
                <a:close/>
              </a:path>
            </a:pathLst>
          </a:custGeom>
          <a:solidFill>
            <a:srgbClr val="BFBFBF"/>
          </a:solidFill>
        </p:spPr>
        <p:txBody>
          <a:bodyPr wrap="square" tIns="1463040">
            <a:noAutofit/>
          </a:bodyPr>
          <a:lstStyle>
            <a:lvl1pPr algn="ctr">
              <a:defRPr/>
            </a:lvl1pPr>
          </a:lstStyle>
          <a:p>
            <a:r>
              <a:rPr lang="en-US"/>
              <a:t>Insert Pic</a:t>
            </a:r>
            <a:endParaRPr lang="en-GB"/>
          </a:p>
        </p:txBody>
      </p:sp>
      <p:sp>
        <p:nvSpPr>
          <p:cNvPr id="18" name="Rectangle 17">
            <a:extLst>
              <a:ext uri="{FF2B5EF4-FFF2-40B4-BE49-F238E27FC236}">
                <a16:creationId xmlns:a16="http://schemas.microsoft.com/office/drawing/2014/main" id="{1EB2AA7D-C791-4F6C-A258-4D60B1A85487}"/>
              </a:ext>
            </a:extLst>
          </p:cNvPr>
          <p:cNvSpPr/>
          <p:nvPr userDrawn="1"/>
        </p:nvSpPr>
        <p:spPr bwMode="auto">
          <a:xfrm>
            <a:off x="0" y="2386584"/>
            <a:ext cx="6089904" cy="2011680"/>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9" name="Title 1">
            <a:extLst>
              <a:ext uri="{FF2B5EF4-FFF2-40B4-BE49-F238E27FC236}">
                <a16:creationId xmlns:a16="http://schemas.microsoft.com/office/drawing/2014/main" id="{C5BEADA9-8B0A-E647-BE4B-A60A9933BF45}"/>
              </a:ext>
            </a:extLst>
          </p:cNvPr>
          <p:cNvSpPr>
            <a:spLocks noGrp="1"/>
          </p:cNvSpPr>
          <p:nvPr>
            <p:ph type="title" hasCustomPrompt="1"/>
          </p:nvPr>
        </p:nvSpPr>
        <p:spPr>
          <a:xfrm>
            <a:off x="465137" y="2686049"/>
            <a:ext cx="5421313" cy="1128137"/>
          </a:xfrm>
        </p:spPr>
        <p:txBody>
          <a:bodyPr l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3 with image — click to edit text</a:t>
            </a:r>
          </a:p>
        </p:txBody>
      </p:sp>
      <p:sp>
        <p:nvSpPr>
          <p:cNvPr id="10" name="Text Placeholder 25">
            <a:extLst>
              <a:ext uri="{FF2B5EF4-FFF2-40B4-BE49-F238E27FC236}">
                <a16:creationId xmlns:a16="http://schemas.microsoft.com/office/drawing/2014/main" id="{17B4EE0A-0572-284B-BEDD-5BB727575BBC}"/>
              </a:ext>
            </a:extLst>
          </p:cNvPr>
          <p:cNvSpPr>
            <a:spLocks noGrp="1"/>
          </p:cNvSpPr>
          <p:nvPr>
            <p:ph type="body" sz="quarter" idx="17" hasCustomPrompt="1"/>
          </p:nvPr>
        </p:nvSpPr>
        <p:spPr>
          <a:xfrm>
            <a:off x="465138" y="3852287"/>
            <a:ext cx="5421312" cy="402123"/>
          </a:xfrm>
        </p:spPr>
        <p:txBody>
          <a:bodyPr lIns="0" tIns="0" rIns="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4" name="Picture 13">
            <a:extLst>
              <a:ext uri="{FF2B5EF4-FFF2-40B4-BE49-F238E27FC236}">
                <a16:creationId xmlns:a16="http://schemas.microsoft.com/office/drawing/2014/main" id="{04EBF1F0-2701-43DF-A3C4-DF3A356079D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94D1E600-447F-4CCE-ABE9-DF9703B6F18E}"/>
              </a:ext>
            </a:extLst>
          </p:cNvPr>
          <p:cNvSpPr>
            <a:spLocks noGrp="1"/>
          </p:cNvSpPr>
          <p:nvPr>
            <p:ph type="sldNum" sz="quarter" idx="19"/>
          </p:nvPr>
        </p:nvSpPr>
        <p:spPr>
          <a:xfrm>
            <a:off x="11427675" y="6437376"/>
            <a:ext cx="306387" cy="208758"/>
          </a:xfrm>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60A0F0C9-9AC1-450D-B914-82DDD3ACCAAF}"/>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7" name="Footer Placeholder 3">
            <a:extLst>
              <a:ext uri="{FF2B5EF4-FFF2-40B4-BE49-F238E27FC236}">
                <a16:creationId xmlns:a16="http://schemas.microsoft.com/office/drawing/2014/main" id="{63A93FF6-AF55-407B-B8AF-7056E04C873C}"/>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381864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0CD7E834-427A-45D5-8947-3FF728BF26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82909738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0CD7E834-427A-45D5-8947-3FF728BF26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3546708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vider/Zoom-dual purpose">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7CA303-9F06-4521-9775-F2D8EBA60779}"/>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7" name="Picture Placeholder 7">
            <a:extLst>
              <a:ext uri="{FF2B5EF4-FFF2-40B4-BE49-F238E27FC236}">
                <a16:creationId xmlns:a16="http://schemas.microsoft.com/office/drawing/2014/main" id="{22F72546-F4C0-E249-9BAB-A1046D5C614F}"/>
              </a:ext>
            </a:extLst>
          </p:cNvPr>
          <p:cNvSpPr>
            <a:spLocks noGrp="1"/>
          </p:cNvSpPr>
          <p:nvPr>
            <p:ph type="pic" sz="quarter" idx="12"/>
          </p:nvPr>
        </p:nvSpPr>
        <p:spPr>
          <a:xfrm>
            <a:off x="6096000" y="457200"/>
            <a:ext cx="5634038" cy="5829300"/>
          </a:xfrm>
          <a:solidFill>
            <a:schemeClr val="bg1">
              <a:lumMod val="75000"/>
            </a:schemeClr>
          </a:solidFill>
        </p:spPr>
        <p:txBody>
          <a:bodyPr tIns="2286000"/>
          <a:lstStyle>
            <a:lvl1pPr algn="ctr">
              <a:defRPr b="0" i="0"/>
            </a:lvl1pPr>
          </a:lstStyle>
          <a:p>
            <a:r>
              <a:rPr lang="en-US"/>
              <a:t>Click icon to add picture</a:t>
            </a:r>
          </a:p>
        </p:txBody>
      </p:sp>
      <p:pic>
        <p:nvPicPr>
          <p:cNvPr id="11" name="Picture 10">
            <a:extLst>
              <a:ext uri="{FF2B5EF4-FFF2-40B4-BE49-F238E27FC236}">
                <a16:creationId xmlns:a16="http://schemas.microsoft.com/office/drawing/2014/main" id="{D177DD62-FF0E-4DF1-9857-E5D803D2BA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85DF98F8-B5A9-4546-B33B-E34E6C9D205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722DFAE-1A38-4A03-B3F8-1A4E194429A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4" name="Straight Connector 13">
            <a:extLst>
              <a:ext uri="{FF2B5EF4-FFF2-40B4-BE49-F238E27FC236}">
                <a16:creationId xmlns:a16="http://schemas.microsoft.com/office/drawing/2014/main" id="{43A3CEF4-AC88-498D-AD5B-70BDA426251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7" name="Footer Placeholder 3">
            <a:extLst>
              <a:ext uri="{FF2B5EF4-FFF2-40B4-BE49-F238E27FC236}">
                <a16:creationId xmlns:a16="http://schemas.microsoft.com/office/drawing/2014/main" id="{B14AE5B6-E174-4E98-8514-25E07D37830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2782905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Zoom in/out callout">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AAC153-FD25-4A34-8523-EA3F12FF3846}"/>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11" name="Content Placeholder 7">
            <a:extLst>
              <a:ext uri="{FF2B5EF4-FFF2-40B4-BE49-F238E27FC236}">
                <a16:creationId xmlns:a16="http://schemas.microsoft.com/office/drawing/2014/main" id="{B67E0CAE-FDEA-C145-B999-E3ED2EEF7DCB}"/>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FB0A2DBD-2C3E-466C-BADC-105A51F075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EC8168B8-3C50-438E-8409-252CA81CD310}"/>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8A43D52-A8FE-42DB-B6C3-993FFCB56D6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2" name="Straight Connector 11">
            <a:extLst>
              <a:ext uri="{FF2B5EF4-FFF2-40B4-BE49-F238E27FC236}">
                <a16:creationId xmlns:a16="http://schemas.microsoft.com/office/drawing/2014/main" id="{D91477EA-1D32-469C-BAD5-7EC065043A2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9" name="Footer Placeholder 3">
            <a:extLst>
              <a:ext uri="{FF2B5EF4-FFF2-40B4-BE49-F238E27FC236}">
                <a16:creationId xmlns:a16="http://schemas.microsoft.com/office/drawing/2014/main" id="{963AE6BC-F12A-4C77-94B0-486EBAAAEE2A}"/>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3459591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Zoom in callout graphic">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8E1CB50-699E-427E-B551-982C8EDBF4AF}"/>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7F573AC-3BEE-4B60-9795-422296D847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992" y="3346682"/>
            <a:ext cx="4560203" cy="2438611"/>
          </a:xfrm>
          <a:prstGeom prst="rect">
            <a:avLst/>
          </a:prstGeom>
        </p:spPr>
      </p:pic>
      <p:sp>
        <p:nvSpPr>
          <p:cNvPr id="8" name="Text Placeholder 21">
            <a:extLst>
              <a:ext uri="{FF2B5EF4-FFF2-40B4-BE49-F238E27FC236}">
                <a16:creationId xmlns:a16="http://schemas.microsoft.com/office/drawing/2014/main" id="{AC804CF8-26B3-8F4A-9684-54A3AA410744}"/>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0" name="Title 1">
            <a:extLst>
              <a:ext uri="{FF2B5EF4-FFF2-40B4-BE49-F238E27FC236}">
                <a16:creationId xmlns:a16="http://schemas.microsoft.com/office/drawing/2014/main" id="{299F32F4-D474-AA46-9DE4-6ED26394AFEC}"/>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9" name="Content Placeholder 7">
            <a:extLst>
              <a:ext uri="{FF2B5EF4-FFF2-40B4-BE49-F238E27FC236}">
                <a16:creationId xmlns:a16="http://schemas.microsoft.com/office/drawing/2014/main" id="{F1E37254-624E-6F4B-AF11-FA2EB81EE932}"/>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9865C6DA-08B3-44E3-954D-9685DBE8279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DD483DF6-F9A6-4AB7-901D-A04C24F22E6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2" name="Rectangle 11">
            <a:extLst>
              <a:ext uri="{FF2B5EF4-FFF2-40B4-BE49-F238E27FC236}">
                <a16:creationId xmlns:a16="http://schemas.microsoft.com/office/drawing/2014/main" id="{D51058F0-0AF5-40AD-A96A-DCAE716FBBA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7" name="Straight Connector 16">
            <a:extLst>
              <a:ext uri="{FF2B5EF4-FFF2-40B4-BE49-F238E27FC236}">
                <a16:creationId xmlns:a16="http://schemas.microsoft.com/office/drawing/2014/main" id="{A4D50D21-C984-4D0D-A8BC-684DCBCB9AC9}"/>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20" name="Footer Placeholder 3">
            <a:extLst>
              <a:ext uri="{FF2B5EF4-FFF2-40B4-BE49-F238E27FC236}">
                <a16:creationId xmlns:a16="http://schemas.microsoft.com/office/drawing/2014/main" id="{2C99C786-B618-4966-9EF9-2813527E13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6970926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Zoom in quote graphic">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FFF7F9-28BB-4EE3-AB28-AB89F98814F7}"/>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487648CA-0A0A-4EC3-8110-60E9704A4F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71891" y="3332700"/>
            <a:ext cx="4590686" cy="2444708"/>
          </a:xfrm>
          <a:prstGeom prst="rect">
            <a:avLst/>
          </a:prstGeom>
        </p:spPr>
      </p:pic>
      <p:sp>
        <p:nvSpPr>
          <p:cNvPr id="21" name="Text Placeholder 21">
            <a:extLst>
              <a:ext uri="{FF2B5EF4-FFF2-40B4-BE49-F238E27FC236}">
                <a16:creationId xmlns:a16="http://schemas.microsoft.com/office/drawing/2014/main" id="{DE70C388-D8B3-45A3-9EC3-7AC529957E5E}"/>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9" name="Title 1">
            <a:extLst>
              <a:ext uri="{FF2B5EF4-FFF2-40B4-BE49-F238E27FC236}">
                <a16:creationId xmlns:a16="http://schemas.microsoft.com/office/drawing/2014/main" id="{034C1D9A-5144-FD41-A4E5-9D84E378FEBF}"/>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9" name="Content Placeholder 7">
            <a:extLst>
              <a:ext uri="{FF2B5EF4-FFF2-40B4-BE49-F238E27FC236}">
                <a16:creationId xmlns:a16="http://schemas.microsoft.com/office/drawing/2014/main" id="{2B40B544-CE1D-6D47-804C-8797BE640EA6}"/>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4E1BDC4F-516D-4B73-AB7F-B44D2AA4956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34391273-6B4B-44F6-ACE6-FC902A60F4C4}"/>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3" name="Rectangle 12">
            <a:extLst>
              <a:ext uri="{FF2B5EF4-FFF2-40B4-BE49-F238E27FC236}">
                <a16:creationId xmlns:a16="http://schemas.microsoft.com/office/drawing/2014/main" id="{2356B187-B2DC-4535-B1D2-17215FDBBFB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22" name="Straight Connector 21">
            <a:extLst>
              <a:ext uri="{FF2B5EF4-FFF2-40B4-BE49-F238E27FC236}">
                <a16:creationId xmlns:a16="http://schemas.microsoft.com/office/drawing/2014/main" id="{F2DF66EA-FE11-402A-A09E-CB414D18E2C4}"/>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7" name="Footer Placeholder 3">
            <a:extLst>
              <a:ext uri="{FF2B5EF4-FFF2-40B4-BE49-F238E27FC236}">
                <a16:creationId xmlns:a16="http://schemas.microsoft.com/office/drawing/2014/main" id="{652D4119-7E6E-49DD-AA85-7B6BAD8F678C}"/>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607963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1col ">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hasCustomPrompt="1"/>
          </p:nvPr>
        </p:nvSpPr>
        <p:spPr>
          <a:xfrm>
            <a:off x="457199" y="164592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4" name="Rectangle 13">
            <a:extLst>
              <a:ext uri="{FF2B5EF4-FFF2-40B4-BE49-F238E27FC236}">
                <a16:creationId xmlns:a16="http://schemas.microsoft.com/office/drawing/2014/main" id="{657D2A46-9974-4E5B-B02D-C5B430D34E12}"/>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EAF8EE5C-E89D-430F-A314-70840000BBD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7786545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1col_2 line headlin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E0816A-A18F-4FA0-84A3-052FE1DE205D}"/>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Rectangle 14">
            <a:extLst>
              <a:ext uri="{FF2B5EF4-FFF2-40B4-BE49-F238E27FC236}">
                <a16:creationId xmlns:a16="http://schemas.microsoft.com/office/drawing/2014/main" id="{50028726-36A9-4D68-AE5A-99DDB1E396C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Title 8">
            <a:extLst>
              <a:ext uri="{FF2B5EF4-FFF2-40B4-BE49-F238E27FC236}">
                <a16:creationId xmlns:a16="http://schemas.microsoft.com/office/drawing/2014/main" id="{1FADA34C-ABB2-4812-A4FE-3F09B5A82D8F}"/>
              </a:ext>
            </a:extLst>
          </p:cNvPr>
          <p:cNvSpPr>
            <a:spLocks noGrp="1"/>
          </p:cNvSpPr>
          <p:nvPr>
            <p:ph type="title" hasCustomPrompt="1"/>
          </p:nvPr>
        </p:nvSpPr>
        <p:spPr>
          <a:xfrm>
            <a:off x="457200" y="457199"/>
            <a:ext cx="11261723" cy="784226"/>
          </a:xfrm>
        </p:spPr>
        <p:txBody>
          <a:bodyPr rIns="0"/>
          <a:lstStyle>
            <a:lvl1pPr>
              <a:defRPr/>
            </a:lvl1pPr>
          </a:lstStyle>
          <a:p>
            <a:r>
              <a:rPr lang="en-US"/>
              <a:t>Click to edit Master title style</a:t>
            </a:r>
            <a:br>
              <a:rPr lang="en-US"/>
            </a:br>
            <a:r>
              <a:rPr lang="en-US"/>
              <a:t>two lines option</a:t>
            </a:r>
          </a:p>
        </p:txBody>
      </p:sp>
      <p:sp>
        <p:nvSpPr>
          <p:cNvPr id="14" name="Text Placeholder 25">
            <a:extLst>
              <a:ext uri="{FF2B5EF4-FFF2-40B4-BE49-F238E27FC236}">
                <a16:creationId xmlns:a16="http://schemas.microsoft.com/office/drawing/2014/main" id="{24D67745-6C65-463F-BC80-C2616D3736AB}"/>
              </a:ext>
            </a:extLst>
          </p:cNvPr>
          <p:cNvSpPr>
            <a:spLocks noGrp="1"/>
          </p:cNvSpPr>
          <p:nvPr>
            <p:ph type="body" sz="quarter" idx="17" hasCustomPrompt="1"/>
          </p:nvPr>
        </p:nvSpPr>
        <p:spPr>
          <a:xfrm>
            <a:off x="457200" y="133178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0" name="Content Placeholder 2">
            <a:extLst>
              <a:ext uri="{FF2B5EF4-FFF2-40B4-BE49-F238E27FC236}">
                <a16:creationId xmlns:a16="http://schemas.microsoft.com/office/drawing/2014/main" id="{936B0218-4226-44D7-A283-EC6A35A8D836}"/>
              </a:ext>
            </a:extLst>
          </p:cNvPr>
          <p:cNvSpPr>
            <a:spLocks noGrp="1"/>
          </p:cNvSpPr>
          <p:nvPr>
            <p:ph sz="quarter" idx="19" hasCustomPrompt="1"/>
          </p:nvPr>
        </p:nvSpPr>
        <p:spPr>
          <a:xfrm>
            <a:off x="457199" y="182880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8" name="Footer Placeholder 3">
            <a:extLst>
              <a:ext uri="{FF2B5EF4-FFF2-40B4-BE49-F238E27FC236}">
                <a16:creationId xmlns:a16="http://schemas.microsoft.com/office/drawing/2014/main" id="{2445B21F-C7DD-48DB-BE7F-D043EDA4CBB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6191755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1col_breadcrumb">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8D0E5-8D0D-4B70-B9DE-1632BE6DC5DA}"/>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B09E4ECF-32D1-4129-AAB6-26C1F6BAC85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p:nvPr>
        </p:nvSpPr>
        <p:spPr>
          <a:xfrm>
            <a:off x="457200" y="1645920"/>
            <a:ext cx="11247120" cy="4179888"/>
          </a:xfrm>
        </p:spPr>
        <p:txBody>
          <a:bodyPr rIns="228600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5">
            <a:extLst>
              <a:ext uri="{FF2B5EF4-FFF2-40B4-BE49-F238E27FC236}">
                <a16:creationId xmlns:a16="http://schemas.microsoft.com/office/drawing/2014/main" id="{47E6DB96-29A5-457D-BE4F-4D334C5441E9}"/>
              </a:ext>
            </a:extLst>
          </p:cNvPr>
          <p:cNvSpPr>
            <a:spLocks noGrp="1"/>
          </p:cNvSpPr>
          <p:nvPr>
            <p:ph type="body" sz="quarter" idx="18" hasCustomPrompt="1"/>
          </p:nvPr>
        </p:nvSpPr>
        <p:spPr>
          <a:xfrm>
            <a:off x="9528560" y="4074"/>
            <a:ext cx="2663439" cy="262143"/>
          </a:xfrm>
          <a:solidFill>
            <a:schemeClr val="accent1"/>
          </a:solidFill>
        </p:spPr>
        <p:txBody>
          <a:bodyPr tIns="0" rIns="0" anchor="ctr" anchorCtr="0">
            <a:normAutofit/>
          </a:bodyPr>
          <a:lstStyle>
            <a:lvl1pPr algn="ctr">
              <a:lnSpc>
                <a:spcPct val="100000"/>
              </a:lnSpc>
              <a:spcAft>
                <a:spcPts val="0"/>
              </a:spcAft>
              <a:defRPr sz="1000" b="0" i="0">
                <a:solidFill>
                  <a:schemeClr val="bg1"/>
                </a:solidFill>
              </a:defRPr>
            </a:lvl1pPr>
            <a:lvl2pPr algn="ctr">
              <a:defRPr sz="900" b="0">
                <a:solidFill>
                  <a:schemeClr val="bg1"/>
                </a:solidFill>
                <a:latin typeface="+mn-lt"/>
              </a:defRPr>
            </a:lvl2pPr>
            <a:lvl3pPr marL="0" indent="0" algn="ctr">
              <a:buFontTx/>
              <a:buNone/>
              <a:defRPr sz="900">
                <a:solidFill>
                  <a:schemeClr val="bg1"/>
                </a:solidFill>
              </a:defRPr>
            </a:lvl3pPr>
            <a:lvl4pPr marL="0" indent="0" algn="ctr">
              <a:buFontTx/>
              <a:buNone/>
              <a:defRPr sz="900">
                <a:solidFill>
                  <a:schemeClr val="bg1"/>
                </a:solidFill>
              </a:defRPr>
            </a:lvl4pPr>
            <a:lvl5pPr marL="0" indent="0" algn="ctr">
              <a:buFontTx/>
              <a:buNone/>
              <a:defRPr sz="900">
                <a:solidFill>
                  <a:schemeClr val="bg1"/>
                </a:solidFill>
              </a:defRPr>
            </a:lvl5pPr>
            <a:lvl6pPr marL="0" indent="0" algn="ctr">
              <a:buFontTx/>
              <a:buNone/>
              <a:defRPr sz="900">
                <a:solidFill>
                  <a:schemeClr val="bg1"/>
                </a:solidFill>
              </a:defRPr>
            </a:lvl6pPr>
            <a:lvl7pPr marL="0" indent="0" algn="ctr">
              <a:buFontTx/>
              <a:buNone/>
              <a:defRPr sz="900">
                <a:solidFill>
                  <a:schemeClr val="bg1"/>
                </a:solidFill>
              </a:defRPr>
            </a:lvl7pPr>
            <a:lvl8pPr marL="0" indent="0" algn="ctr">
              <a:buFontTx/>
              <a:buNone/>
              <a:defRPr sz="900">
                <a:solidFill>
                  <a:schemeClr val="bg1"/>
                </a:solidFill>
              </a:defRPr>
            </a:lvl8pPr>
            <a:lvl9pPr marL="0" indent="0" algn="ctr">
              <a:buFontTx/>
              <a:buNone/>
              <a:defRPr sz="900">
                <a:solidFill>
                  <a:schemeClr val="bg1"/>
                </a:solidFill>
              </a:defRPr>
            </a:lvl9pPr>
          </a:lstStyle>
          <a:p>
            <a:pPr lvl="0"/>
            <a:r>
              <a:rPr lang="en-US"/>
              <a:t>Click to add text</a:t>
            </a:r>
          </a:p>
        </p:txBody>
      </p:sp>
      <p:pic>
        <p:nvPicPr>
          <p:cNvPr id="13" name="Picture 12">
            <a:extLst>
              <a:ext uri="{FF2B5EF4-FFF2-40B4-BE49-F238E27FC236}">
                <a16:creationId xmlns:a16="http://schemas.microsoft.com/office/drawing/2014/main" id="{DFF7D67B-5441-438D-92F3-295655C38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C91D8D77-9F41-4E40-97A2-73FD8864C684}"/>
              </a:ext>
            </a:extLst>
          </p:cNvPr>
          <p:cNvSpPr>
            <a:spLocks noGrp="1"/>
          </p:cNvSpPr>
          <p:nvPr>
            <p:ph type="sldNum" sz="quarter" idx="20"/>
          </p:nvPr>
        </p:nvSpPr>
        <p:spPr>
          <a:xfrm>
            <a:off x="11427675" y="6437376"/>
            <a:ext cx="306387" cy="208758"/>
          </a:xfrm>
        </p:spPr>
        <p:txBody>
          <a:bodyPr/>
          <a:lstStyle/>
          <a:p>
            <a:fld id="{63DCA5C9-2E11-4C67-86EB-AE1DE127DC64}" type="slidenum">
              <a:rPr lang="en-US" smtClean="0"/>
              <a:pPr/>
              <a:t>‹#›</a:t>
            </a:fld>
            <a:endParaRPr lang="en-US"/>
          </a:p>
        </p:txBody>
      </p:sp>
      <p:sp>
        <p:nvSpPr>
          <p:cNvPr id="17" name="Footer Placeholder 3">
            <a:extLst>
              <a:ext uri="{FF2B5EF4-FFF2-40B4-BE49-F238E27FC236}">
                <a16:creationId xmlns:a16="http://schemas.microsoft.com/office/drawing/2014/main" id="{A769ECE2-5726-4458-A909-3195D6A95DC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210298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2col">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622B17-C39D-4AD6-AB7D-AA8EC154593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9120953D-DF34-4108-B972-BD5EE2AF2B0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Content Placeholder 4">
            <a:extLst>
              <a:ext uri="{FF2B5EF4-FFF2-40B4-BE49-F238E27FC236}">
                <a16:creationId xmlns:a16="http://schemas.microsoft.com/office/drawing/2014/main" id="{33EB6DAB-F115-1E4D-92B8-863DEEC7C63A}"/>
              </a:ext>
            </a:extLst>
          </p:cNvPr>
          <p:cNvSpPr>
            <a:spLocks noGrp="1"/>
          </p:cNvSpPr>
          <p:nvPr>
            <p:ph sz="quarter" idx="19"/>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DF9E4E54-38A0-7A4A-9C7A-DE9895AD53EA}"/>
              </a:ext>
            </a:extLst>
          </p:cNvPr>
          <p:cNvSpPr>
            <a:spLocks noGrp="1"/>
          </p:cNvSpPr>
          <p:nvPr>
            <p:ph sz="quarter" idx="20"/>
          </p:nvPr>
        </p:nvSpPr>
        <p:spPr>
          <a:xfrm>
            <a:off x="6230507"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1CDC242F-151A-4C8D-983F-5B17C0733E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F3241DAD-93F1-46FE-B3D5-B78ABEFB31D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Text Placeholder 25">
            <a:extLst>
              <a:ext uri="{FF2B5EF4-FFF2-40B4-BE49-F238E27FC236}">
                <a16:creationId xmlns:a16="http://schemas.microsoft.com/office/drawing/2014/main" id="{EE945B9D-809E-438C-84C6-7C541ABECC8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8" name="Title 15">
            <a:extLst>
              <a:ext uri="{FF2B5EF4-FFF2-40B4-BE49-F238E27FC236}">
                <a16:creationId xmlns:a16="http://schemas.microsoft.com/office/drawing/2014/main" id="{192EF0A7-775E-433D-B066-FC8FE0DA8C43}"/>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20" name="Footer Placeholder 3">
            <a:extLst>
              <a:ext uri="{FF2B5EF4-FFF2-40B4-BE49-F238E27FC236}">
                <a16:creationId xmlns:a16="http://schemas.microsoft.com/office/drawing/2014/main" id="{01E39D94-222B-4368-8F62-68F15DD6C5B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92795036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2col callout">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880629-F8B8-489E-A159-E5F2045264A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D133D475-15EB-4023-8710-9FDCD54EC6C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210302" y="1645920"/>
            <a:ext cx="5524498" cy="4210503"/>
          </a:xfrm>
        </p:spPr>
        <p:txBody>
          <a:bodyPr tIns="0" rIns="0" anchor="t" anchorCtr="0"/>
          <a:lstStyle>
            <a:lvl1pPr>
              <a:lnSpc>
                <a:spcPct val="100000"/>
              </a:lnSpc>
              <a:spcAft>
                <a:spcPts val="0"/>
              </a:spcAft>
              <a:defRPr sz="2000" b="0" i="0" baseline="0">
                <a:solidFill>
                  <a:schemeClr val="tx2"/>
                </a:solidFill>
              </a:defRPr>
            </a:lvl1pPr>
            <a:lvl2pPr>
              <a:lnSpc>
                <a:spcPct val="100000"/>
              </a:lnSpc>
              <a:defRPr sz="1800" b="0">
                <a:solidFill>
                  <a:schemeClr val="tx2"/>
                </a:solidFill>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text</a:t>
            </a:r>
          </a:p>
        </p:txBody>
      </p:sp>
      <p:sp>
        <p:nvSpPr>
          <p:cNvPr id="13" name="Content Placeholder 4">
            <a:extLst>
              <a:ext uri="{FF2B5EF4-FFF2-40B4-BE49-F238E27FC236}">
                <a16:creationId xmlns:a16="http://schemas.microsoft.com/office/drawing/2014/main" id="{4ED40494-5301-0642-8668-76D3D0C38C1B}"/>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1D3B7971-BF2E-4C20-8A08-5E8E498DB7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005C84A1-34FA-4896-9E64-219EE97225F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7C5CFC39-B415-4875-B677-A9F917753A7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8B6226B5-5566-4E14-9F71-9B9C76DCB9A9}"/>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4" name="Footer Placeholder 3">
            <a:extLst>
              <a:ext uri="{FF2B5EF4-FFF2-40B4-BE49-F238E27FC236}">
                <a16:creationId xmlns:a16="http://schemas.microsoft.com/office/drawing/2014/main" id="{E5E3A0A4-0C98-414D-A666-5B7DAEEC5136}"/>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42761115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2col quote graphi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43AA13-BC7D-453C-8E7F-CD121517288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88E88A76-56D1-473A-947D-D7281F65A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43602" y="2152650"/>
            <a:ext cx="5151193" cy="2743199"/>
          </a:xfrm>
          <a:prstGeom prst="rect">
            <a:avLst/>
          </a:prstGeom>
        </p:spPr>
      </p:pic>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844552" y="2420471"/>
            <a:ext cx="4583123" cy="2208679"/>
          </a:xfrm>
        </p:spPr>
        <p:txBody>
          <a:bodyPr lIns="182880" tIns="137160" rIns="182880" bIns="182880" anchor="t" anchorCtr="0">
            <a:normAutofit/>
          </a:bodyPr>
          <a:lstStyle>
            <a:lvl1pPr>
              <a:lnSpc>
                <a:spcPct val="100000"/>
              </a:lnSpc>
              <a:spcAft>
                <a:spcPts val="1200"/>
              </a:spcAft>
              <a:defRPr sz="1800" b="0" i="0" baseline="0">
                <a:solidFill>
                  <a:schemeClr val="tx1"/>
                </a:solidFill>
              </a:defRPr>
            </a:lvl1pPr>
            <a:lvl2pPr>
              <a:lnSpc>
                <a:spcPct val="100000"/>
              </a:lnSpc>
              <a:defRPr sz="1000" b="0" i="0">
                <a:solidFill>
                  <a:schemeClr val="tx1"/>
                </a:solidFill>
                <a:latin typeface="+mn-lt"/>
              </a:defRPr>
            </a:lvl2pPr>
            <a:lvl3pPr marL="0" indent="0">
              <a:buFontTx/>
              <a:buNone/>
              <a:defRPr sz="1000" b="0" i="0">
                <a:solidFill>
                  <a:schemeClr val="tx1"/>
                </a:solidFill>
              </a:defRPr>
            </a:lvl3pPr>
            <a:lvl4pPr marL="0" indent="0">
              <a:buFontTx/>
              <a:buNone/>
              <a:defRPr sz="1000">
                <a:solidFill>
                  <a:schemeClr val="tx1"/>
                </a:solidFill>
              </a:defRPr>
            </a:lvl4pPr>
            <a:lvl5pPr marL="0" indent="0">
              <a:buFontTx/>
              <a:buNone/>
              <a:defRPr sz="1000">
                <a:solidFill>
                  <a:schemeClr val="tx1"/>
                </a:solidFill>
              </a:defRPr>
            </a:lvl5pPr>
            <a:lvl6pPr marL="0" indent="0">
              <a:buFontTx/>
              <a:buNone/>
              <a:defRPr sz="1000">
                <a:solidFill>
                  <a:schemeClr val="tx1"/>
                </a:solidFill>
              </a:defRPr>
            </a:lvl6pPr>
            <a:lvl7pPr marL="0" indent="0">
              <a:buFontTx/>
              <a:buNone/>
              <a:defRPr sz="1000">
                <a:solidFill>
                  <a:schemeClr val="tx1"/>
                </a:solidFill>
              </a:defRPr>
            </a:lvl7pPr>
            <a:lvl8pPr marL="0" indent="0">
              <a:buFontTx/>
              <a:buNone/>
              <a:defRPr sz="1000">
                <a:solidFill>
                  <a:schemeClr val="tx1"/>
                </a:solidFill>
              </a:defRPr>
            </a:lvl8pPr>
            <a:lvl9pPr marL="0" indent="0">
              <a:buFontTx/>
              <a:buNone/>
              <a:defRPr sz="1000">
                <a:solidFill>
                  <a:schemeClr val="tx1"/>
                </a:solidFill>
              </a:defRPr>
            </a:lvl9pPr>
          </a:lstStyle>
          <a:p>
            <a:pPr lvl="0"/>
            <a:r>
              <a:rPr lang="en-US"/>
              <a:t>Click to add text</a:t>
            </a:r>
          </a:p>
        </p:txBody>
      </p:sp>
      <p:sp>
        <p:nvSpPr>
          <p:cNvPr id="13" name="Content Placeholder 4">
            <a:extLst>
              <a:ext uri="{FF2B5EF4-FFF2-40B4-BE49-F238E27FC236}">
                <a16:creationId xmlns:a16="http://schemas.microsoft.com/office/drawing/2014/main" id="{3F838A0E-9C6D-5749-8DE7-F50D37E7135A}"/>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D0FBA4F3-2BF8-460E-975E-79EFD6A469E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A9082F09-215D-462F-8AE2-AF4850E331BE}"/>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CED792D8-BB5D-46B3-B111-23EE8EFC8396}"/>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CF8D1FD5-9821-4E87-9D22-2822EA104D6A}"/>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0" name="Rectangle 9">
            <a:extLst>
              <a:ext uri="{FF2B5EF4-FFF2-40B4-BE49-F238E27FC236}">
                <a16:creationId xmlns:a16="http://schemas.microsoft.com/office/drawing/2014/main" id="{62CC7B06-2344-4D79-BA63-F5B8FB6BDC38}"/>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22" name="Footer Placeholder 3">
            <a:extLst>
              <a:ext uri="{FF2B5EF4-FFF2-40B4-BE49-F238E27FC236}">
                <a16:creationId xmlns:a16="http://schemas.microsoft.com/office/drawing/2014/main" id="{31EFC822-E189-497F-815B-DF5497A5466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5390373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2col imag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D29D68-3A09-43C3-8F93-53801A9E802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C4C4004A-BAE4-44BC-A324-2D30F5B3B59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0" y="0"/>
            <a:ext cx="6096000" cy="6286500"/>
          </a:xfrm>
          <a:solidFill>
            <a:schemeClr val="bg1">
              <a:lumMod val="75000"/>
            </a:schemeClr>
          </a:solidFill>
        </p:spPr>
        <p:txBody>
          <a:bodyPr tIns="2560320"/>
          <a:lstStyle>
            <a:lvl1pPr algn="ctr">
              <a:defRPr b="0" i="0"/>
            </a:lvl1pPr>
          </a:lstStyle>
          <a:p>
            <a:r>
              <a:rPr lang="en-US"/>
              <a:t>Click icon to add picture</a:t>
            </a:r>
          </a:p>
        </p:txBody>
      </p:sp>
      <p:sp>
        <p:nvSpPr>
          <p:cNvPr id="11" name="Content Placeholder 4">
            <a:extLst>
              <a:ext uri="{FF2B5EF4-FFF2-40B4-BE49-F238E27FC236}">
                <a16:creationId xmlns:a16="http://schemas.microsoft.com/office/drawing/2014/main" id="{207FC60C-7DF0-B74A-B2EE-03F1DFEC3C7D}"/>
              </a:ext>
            </a:extLst>
          </p:cNvPr>
          <p:cNvSpPr>
            <a:spLocks noGrp="1"/>
          </p:cNvSpPr>
          <p:nvPr>
            <p:ph sz="quarter" idx="19"/>
          </p:nvPr>
        </p:nvSpPr>
        <p:spPr>
          <a:xfrm>
            <a:off x="6320117" y="1828800"/>
            <a:ext cx="5413943"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F4BB6C34-EF86-49E6-AEF2-C7F05BD9DB6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9" name="Slide Number Placeholder 1">
            <a:extLst>
              <a:ext uri="{FF2B5EF4-FFF2-40B4-BE49-F238E27FC236}">
                <a16:creationId xmlns:a16="http://schemas.microsoft.com/office/drawing/2014/main" id="{A439155B-AD52-42E7-A425-EA7250CFBE5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22" name="Text Placeholder 25">
            <a:extLst>
              <a:ext uri="{FF2B5EF4-FFF2-40B4-BE49-F238E27FC236}">
                <a16:creationId xmlns:a16="http://schemas.microsoft.com/office/drawing/2014/main" id="{AAC117CE-F2A7-4C1A-AF9A-EDE055E522BC}"/>
              </a:ext>
            </a:extLst>
          </p:cNvPr>
          <p:cNvSpPr>
            <a:spLocks noGrp="1"/>
          </p:cNvSpPr>
          <p:nvPr>
            <p:ph type="body" sz="quarter" idx="17" hasCustomPrompt="1"/>
          </p:nvPr>
        </p:nvSpPr>
        <p:spPr>
          <a:xfrm>
            <a:off x="6319978" y="1344168"/>
            <a:ext cx="5384342"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3" name="Title 15">
            <a:extLst>
              <a:ext uri="{FF2B5EF4-FFF2-40B4-BE49-F238E27FC236}">
                <a16:creationId xmlns:a16="http://schemas.microsoft.com/office/drawing/2014/main" id="{10433174-55DF-47EB-96A0-B862D3A869BA}"/>
              </a:ext>
            </a:extLst>
          </p:cNvPr>
          <p:cNvSpPr>
            <a:spLocks noGrp="1"/>
          </p:cNvSpPr>
          <p:nvPr>
            <p:ph type="title"/>
          </p:nvPr>
        </p:nvSpPr>
        <p:spPr>
          <a:xfrm>
            <a:off x="6319978" y="457199"/>
            <a:ext cx="5384342" cy="786384"/>
          </a:xfrm>
        </p:spPr>
        <p:txBody>
          <a:bodyPr rIns="0"/>
          <a:lstStyle/>
          <a:p>
            <a:r>
              <a:rPr lang="en-US"/>
              <a:t>Click to edit Master title style</a:t>
            </a:r>
          </a:p>
        </p:txBody>
      </p:sp>
      <p:sp>
        <p:nvSpPr>
          <p:cNvPr id="13" name="Footer Placeholder 3">
            <a:extLst>
              <a:ext uri="{FF2B5EF4-FFF2-40B4-BE49-F238E27FC236}">
                <a16:creationId xmlns:a16="http://schemas.microsoft.com/office/drawing/2014/main" id="{73503032-DA64-44FB-88F6-69F8994B6D6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209610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2/3 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CC3C6E-EE89-434A-973C-DFF0598D647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2" name="Rectangle 11">
            <a:extLst>
              <a:ext uri="{FF2B5EF4-FFF2-40B4-BE49-F238E27FC236}">
                <a16:creationId xmlns:a16="http://schemas.microsoft.com/office/drawing/2014/main" id="{A64E2AFB-53E9-4FD6-88F0-8ED0A5EBCD8E}"/>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3" name="Title 2">
            <a:extLst>
              <a:ext uri="{FF2B5EF4-FFF2-40B4-BE49-F238E27FC236}">
                <a16:creationId xmlns:a16="http://schemas.microsoft.com/office/drawing/2014/main" id="{CA1149F1-49B3-C542-803F-D3D2F88402E7}"/>
              </a:ext>
            </a:extLst>
          </p:cNvPr>
          <p:cNvSpPr>
            <a:spLocks noGrp="1"/>
          </p:cNvSpPr>
          <p:nvPr>
            <p:ph type="title"/>
          </p:nvPr>
        </p:nvSpPr>
        <p:spPr>
          <a:xfrm>
            <a:off x="457200" y="457199"/>
            <a:ext cx="3599966" cy="784226"/>
          </a:xfrm>
        </p:spPr>
        <p:txBody>
          <a:bodyPr lIns="0" rIns="0"/>
          <a:lstStyle/>
          <a:p>
            <a:r>
              <a:rPr lang="en-US"/>
              <a:t>Click to edit Master title style</a:t>
            </a:r>
          </a:p>
        </p:txBody>
      </p:sp>
      <p:sp>
        <p:nvSpPr>
          <p:cNvPr id="9" name="Text Placeholder 25">
            <a:extLst>
              <a:ext uri="{FF2B5EF4-FFF2-40B4-BE49-F238E27FC236}">
                <a16:creationId xmlns:a16="http://schemas.microsoft.com/office/drawing/2014/main" id="{950D9BC9-37AB-2942-B45D-4822C8B58D04}"/>
              </a:ext>
            </a:extLst>
          </p:cNvPr>
          <p:cNvSpPr>
            <a:spLocks noGrp="1"/>
          </p:cNvSpPr>
          <p:nvPr>
            <p:ph type="body" sz="quarter" idx="17" hasCustomPrompt="1"/>
          </p:nvPr>
        </p:nvSpPr>
        <p:spPr>
          <a:xfrm>
            <a:off x="457200" y="1343431"/>
            <a:ext cx="3602039" cy="485369"/>
          </a:xfrm>
        </p:spPr>
        <p:txBody>
          <a:bodyPr lIns="0"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4298950" y="457198"/>
            <a:ext cx="7427912" cy="5551489"/>
          </a:xfrm>
          <a:solidFill>
            <a:schemeClr val="bg1">
              <a:lumMod val="75000"/>
            </a:schemeClr>
          </a:solidFill>
        </p:spPr>
        <p:txBody>
          <a:bodyPr tIns="2194560"/>
          <a:lstStyle>
            <a:lvl1pPr algn="ctr">
              <a:defRPr b="0" i="0"/>
            </a:lvl1pPr>
          </a:lstStyle>
          <a:p>
            <a:r>
              <a:rPr lang="en-US"/>
              <a:t>Click icon to add picture</a:t>
            </a:r>
          </a:p>
        </p:txBody>
      </p:sp>
      <p:sp>
        <p:nvSpPr>
          <p:cNvPr id="11" name="Content Placeholder 4">
            <a:extLst>
              <a:ext uri="{FF2B5EF4-FFF2-40B4-BE49-F238E27FC236}">
                <a16:creationId xmlns:a16="http://schemas.microsoft.com/office/drawing/2014/main" id="{760A7196-34C5-A442-9294-F070A669800E}"/>
              </a:ext>
            </a:extLst>
          </p:cNvPr>
          <p:cNvSpPr>
            <a:spLocks noGrp="1"/>
          </p:cNvSpPr>
          <p:nvPr>
            <p:ph sz="quarter" idx="19"/>
          </p:nvPr>
        </p:nvSpPr>
        <p:spPr>
          <a:xfrm>
            <a:off x="457200" y="182880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a:extLst>
              <a:ext uri="{FF2B5EF4-FFF2-40B4-BE49-F238E27FC236}">
                <a16:creationId xmlns:a16="http://schemas.microsoft.com/office/drawing/2014/main" id="{AF9B9FE1-27EB-48D3-9700-EE47953D5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A90A9191-AB5C-45F7-8497-E7B48023341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Footer Placeholder 3">
            <a:extLst>
              <a:ext uri="{FF2B5EF4-FFF2-40B4-BE49-F238E27FC236}">
                <a16:creationId xmlns:a16="http://schemas.microsoft.com/office/drawing/2014/main" id="{DDC72B91-415D-4EAB-B6FE-0776EA7E3D6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7071827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3col">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9E18CF-CA4A-4731-A40B-45E2846C7631}"/>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4103871A-53C4-4546-9554-252303F53F6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Content Placeholder 4">
            <a:extLst>
              <a:ext uri="{FF2B5EF4-FFF2-40B4-BE49-F238E27FC236}">
                <a16:creationId xmlns:a16="http://schemas.microsoft.com/office/drawing/2014/main" id="{E205A430-8E9F-D040-BFFF-B7A4A3EA7154}"/>
              </a:ext>
            </a:extLst>
          </p:cNvPr>
          <p:cNvSpPr>
            <a:spLocks noGrp="1"/>
          </p:cNvSpPr>
          <p:nvPr>
            <p:ph sz="quarter" idx="19"/>
          </p:nvPr>
        </p:nvSpPr>
        <p:spPr>
          <a:xfrm>
            <a:off x="457200"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6A98DB26-B7FB-3241-9C96-D93B9B52CD1E}"/>
              </a:ext>
            </a:extLst>
          </p:cNvPr>
          <p:cNvSpPr>
            <a:spLocks noGrp="1"/>
          </p:cNvSpPr>
          <p:nvPr>
            <p:ph sz="quarter" idx="20"/>
          </p:nvPr>
        </p:nvSpPr>
        <p:spPr>
          <a:xfrm>
            <a:off x="4297680"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4">
            <a:extLst>
              <a:ext uri="{FF2B5EF4-FFF2-40B4-BE49-F238E27FC236}">
                <a16:creationId xmlns:a16="http://schemas.microsoft.com/office/drawing/2014/main" id="{EF966A4E-5145-9C4D-8099-EFAA2A475FD8}"/>
              </a:ext>
            </a:extLst>
          </p:cNvPr>
          <p:cNvSpPr>
            <a:spLocks noGrp="1"/>
          </p:cNvSpPr>
          <p:nvPr>
            <p:ph sz="quarter" idx="21"/>
          </p:nvPr>
        </p:nvSpPr>
        <p:spPr>
          <a:xfrm>
            <a:off x="8136798"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9" name="Picture 18">
            <a:extLst>
              <a:ext uri="{FF2B5EF4-FFF2-40B4-BE49-F238E27FC236}">
                <a16:creationId xmlns:a16="http://schemas.microsoft.com/office/drawing/2014/main" id="{42778CEF-946B-4B06-9ACB-3AC61D21A7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20" name="Slide Number Placeholder 1">
            <a:extLst>
              <a:ext uri="{FF2B5EF4-FFF2-40B4-BE49-F238E27FC236}">
                <a16:creationId xmlns:a16="http://schemas.microsoft.com/office/drawing/2014/main" id="{EC358D68-CB2C-46B6-A00B-854615303A5C}"/>
              </a:ext>
            </a:extLst>
          </p:cNvPr>
          <p:cNvSpPr>
            <a:spLocks noGrp="1"/>
          </p:cNvSpPr>
          <p:nvPr>
            <p:ph type="sldNum" sz="quarter" idx="22"/>
          </p:nvPr>
        </p:nvSpPr>
        <p:spPr>
          <a:xfrm>
            <a:off x="11427675" y="6437376"/>
            <a:ext cx="306387" cy="208758"/>
          </a:xfrm>
        </p:spPr>
        <p:txBody>
          <a:bodyPr/>
          <a:lstStyle/>
          <a:p>
            <a:fld id="{63DCA5C9-2E11-4C67-86EB-AE1DE127DC64}" type="slidenum">
              <a:rPr lang="en-US" smtClean="0"/>
              <a:pPr/>
              <a:t>‹#›</a:t>
            </a:fld>
            <a:endParaRPr lang="en-US"/>
          </a:p>
        </p:txBody>
      </p:sp>
      <p:sp>
        <p:nvSpPr>
          <p:cNvPr id="21" name="Text Placeholder 25">
            <a:extLst>
              <a:ext uri="{FF2B5EF4-FFF2-40B4-BE49-F238E27FC236}">
                <a16:creationId xmlns:a16="http://schemas.microsoft.com/office/drawing/2014/main" id="{75212AD8-B9F1-4438-A6D4-9355B9B3CD1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2" name="Title 15">
            <a:extLst>
              <a:ext uri="{FF2B5EF4-FFF2-40B4-BE49-F238E27FC236}">
                <a16:creationId xmlns:a16="http://schemas.microsoft.com/office/drawing/2014/main" id="{84B5E47C-8E0B-4959-A893-96C42EB7A57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7" name="Footer Placeholder 3">
            <a:extLst>
              <a:ext uri="{FF2B5EF4-FFF2-40B4-BE49-F238E27FC236}">
                <a16:creationId xmlns:a16="http://schemas.microsoft.com/office/drawing/2014/main" id="{B4587957-D2A2-4236-9E09-76580451E5A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80391533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1col table">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8CA7F71-7686-487C-9DCC-633A9929C7B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51236B22-13A6-4DAD-A69C-705F0241481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hasCustomPrompt="1"/>
          </p:nvPr>
        </p:nvSpPr>
        <p:spPr>
          <a:xfrm>
            <a:off x="457200" y="1828801"/>
            <a:ext cx="11247120" cy="4179888"/>
          </a:xfrm>
          <a:pattFill prst="pct10">
            <a:fgClr>
              <a:schemeClr val="accent1"/>
            </a:fgClr>
            <a:bgClr>
              <a:schemeClr val="bg1"/>
            </a:bgClr>
          </a:pattFill>
        </p:spPr>
        <p:txBody>
          <a:bodyPr tIns="2514600"/>
          <a:lstStyle>
            <a:lvl1pPr algn="ctr">
              <a:defRPr b="0" i="0"/>
            </a:lvl1pPr>
          </a:lstStyle>
          <a:p>
            <a:r>
              <a:rPr lang="en-US"/>
              <a:t>Click icon to add table adjust size as needed</a:t>
            </a:r>
          </a:p>
        </p:txBody>
      </p:sp>
      <p:pic>
        <p:nvPicPr>
          <p:cNvPr id="12" name="Picture 11">
            <a:extLst>
              <a:ext uri="{FF2B5EF4-FFF2-40B4-BE49-F238E27FC236}">
                <a16:creationId xmlns:a16="http://schemas.microsoft.com/office/drawing/2014/main" id="{F162E4F0-75F1-4E13-98E1-1FBA68E159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3D3E3C75-AE4A-4514-B4D2-1307A6648F4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4" name="Text Placeholder 25">
            <a:extLst>
              <a:ext uri="{FF2B5EF4-FFF2-40B4-BE49-F238E27FC236}">
                <a16:creationId xmlns:a16="http://schemas.microsoft.com/office/drawing/2014/main" id="{251C24F9-13F7-4A35-AA35-9BC603AF638C}"/>
              </a:ext>
            </a:extLst>
          </p:cNvPr>
          <p:cNvSpPr>
            <a:spLocks noGrp="1"/>
          </p:cNvSpPr>
          <p:nvPr>
            <p:ph type="body" sz="quarter" idx="22"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5" name="Title 15">
            <a:extLst>
              <a:ext uri="{FF2B5EF4-FFF2-40B4-BE49-F238E27FC236}">
                <a16:creationId xmlns:a16="http://schemas.microsoft.com/office/drawing/2014/main" id="{6F4AE1DE-1B0D-43E9-94D9-62F3A07EC22F}"/>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6" name="Footer Placeholder 3">
            <a:extLst>
              <a:ext uri="{FF2B5EF4-FFF2-40B4-BE49-F238E27FC236}">
                <a16:creationId xmlns:a16="http://schemas.microsoft.com/office/drawing/2014/main" id="{91EAF2CA-1704-4BFF-86FC-1F844DDF5A8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3756939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1col chart">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8F3CF2-F7A9-4F11-B382-38A2722B0D4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43EB1C3D-A76E-490F-BBD2-E58DD21AE3A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Chart Placeholder 6">
            <a:extLst>
              <a:ext uri="{FF2B5EF4-FFF2-40B4-BE49-F238E27FC236}">
                <a16:creationId xmlns:a16="http://schemas.microsoft.com/office/drawing/2014/main" id="{0203C4E6-EC7C-1F40-86EA-065A6220FC54}"/>
              </a:ext>
            </a:extLst>
          </p:cNvPr>
          <p:cNvSpPr>
            <a:spLocks noGrp="1"/>
          </p:cNvSpPr>
          <p:nvPr>
            <p:ph type="chart" sz="quarter" idx="20" hasCustomPrompt="1"/>
          </p:nvPr>
        </p:nvSpPr>
        <p:spPr>
          <a:xfrm>
            <a:off x="457200" y="1828799"/>
            <a:ext cx="11247120" cy="4179889"/>
          </a:xfrm>
          <a:pattFill prst="pct10">
            <a:fgClr>
              <a:schemeClr val="tx1"/>
            </a:fgClr>
            <a:bgClr>
              <a:schemeClr val="bg1"/>
            </a:bgClr>
          </a:pattFill>
        </p:spPr>
        <p:txBody>
          <a:bodyPr tIns="2560320"/>
          <a:lstStyle>
            <a:lvl1pPr algn="ctr">
              <a:defRPr b="0" i="0"/>
            </a:lvl1p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a:t>Click icon to add chart adjust size as needed</a:t>
            </a:r>
          </a:p>
        </p:txBody>
      </p:sp>
      <p:pic>
        <p:nvPicPr>
          <p:cNvPr id="13" name="Picture 12">
            <a:extLst>
              <a:ext uri="{FF2B5EF4-FFF2-40B4-BE49-F238E27FC236}">
                <a16:creationId xmlns:a16="http://schemas.microsoft.com/office/drawing/2014/main" id="{EF0CB498-EAA7-4390-B1F6-D645C78105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DF85D99A-810D-47AB-BB91-A93A91F922A3}"/>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5" name="Text Placeholder 25">
            <a:extLst>
              <a:ext uri="{FF2B5EF4-FFF2-40B4-BE49-F238E27FC236}">
                <a16:creationId xmlns:a16="http://schemas.microsoft.com/office/drawing/2014/main" id="{126F3D7E-DF67-45ED-8A5B-D24FFE4F7F3C}"/>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4693B169-FB68-4722-A393-DA504484DEE5}"/>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1" name="Footer Placeholder 3">
            <a:extLst>
              <a:ext uri="{FF2B5EF4-FFF2-40B4-BE49-F238E27FC236}">
                <a16:creationId xmlns:a16="http://schemas.microsoft.com/office/drawing/2014/main" id="{2EFAEEB4-8A6A-4C60-91DF-CED1E27106F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14939270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header only">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ACF38C-F2B7-42D8-B179-6AC594C125B8}"/>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8" name="Rectangle 7">
            <a:extLst>
              <a:ext uri="{FF2B5EF4-FFF2-40B4-BE49-F238E27FC236}">
                <a16:creationId xmlns:a16="http://schemas.microsoft.com/office/drawing/2014/main" id="{D3EF452C-388D-4AEF-A41B-D58BEC9125B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4" name="Picture 13">
            <a:extLst>
              <a:ext uri="{FF2B5EF4-FFF2-40B4-BE49-F238E27FC236}">
                <a16:creationId xmlns:a16="http://schemas.microsoft.com/office/drawing/2014/main" id="{2FABE8C2-B407-4668-93E2-0AB5002271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7C71AD98-43C1-4B44-BD16-A2AC82688C8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9" name="Text Placeholder 25">
            <a:extLst>
              <a:ext uri="{FF2B5EF4-FFF2-40B4-BE49-F238E27FC236}">
                <a16:creationId xmlns:a16="http://schemas.microsoft.com/office/drawing/2014/main" id="{521BE056-4E7F-41B4-B79F-6147E6C0EA29}"/>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0" name="Title 15">
            <a:extLst>
              <a:ext uri="{FF2B5EF4-FFF2-40B4-BE49-F238E27FC236}">
                <a16:creationId xmlns:a16="http://schemas.microsoft.com/office/drawing/2014/main" id="{9C7F8C39-538A-4240-962A-CBD12505A7EE}"/>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0" name="Footer Placeholder 3">
            <a:extLst>
              <a:ext uri="{FF2B5EF4-FFF2-40B4-BE49-F238E27FC236}">
                <a16:creationId xmlns:a16="http://schemas.microsoft.com/office/drawing/2014/main" id="{7A9C74F7-2484-4EDA-80EC-7005C8B65F2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425918054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blank">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84038F-1D4F-433A-AEA2-C97CE86FEA1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83E5BA34-6CD5-474F-8E0B-EDBD871108E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0" name="Picture 9">
            <a:extLst>
              <a:ext uri="{FF2B5EF4-FFF2-40B4-BE49-F238E27FC236}">
                <a16:creationId xmlns:a16="http://schemas.microsoft.com/office/drawing/2014/main" id="{ABF6B797-20B3-4E45-AA20-B11F6D20C6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1" name="Slide Number Placeholder 1">
            <a:extLst>
              <a:ext uri="{FF2B5EF4-FFF2-40B4-BE49-F238E27FC236}">
                <a16:creationId xmlns:a16="http://schemas.microsoft.com/office/drawing/2014/main" id="{7BB48365-87F8-49A1-91DF-B0D46B3CFF6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8" name="Footer Placeholder 3">
            <a:extLst>
              <a:ext uri="{FF2B5EF4-FFF2-40B4-BE49-F238E27FC236}">
                <a16:creationId xmlns:a16="http://schemas.microsoft.com/office/drawing/2014/main" id="{562F3210-0218-4593-B47E-D03039365C8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42299660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hasCustomPrompt="1"/>
          </p:nvPr>
        </p:nvSpPr>
        <p:spPr>
          <a:xfrm>
            <a:off x="465138" y="931067"/>
            <a:ext cx="1084262" cy="1443833"/>
          </a:xfrm>
          <a:solidFill>
            <a:schemeClr val="bg1">
              <a:lumMod val="75000"/>
            </a:schemeClr>
          </a:solidFill>
        </p:spPr>
        <p:txBody>
          <a:bodyPr tIns="274320"/>
          <a:lstStyle>
            <a:lvl1pPr algn="ctr">
              <a:defRPr b="0" i="0">
                <a:solidFill>
                  <a:schemeClr val="tx1"/>
                </a:solidFill>
              </a:defRPr>
            </a:lvl1pPr>
            <a:lvl2pPr algn="ctr">
              <a:defRPr>
                <a:solidFill>
                  <a:schemeClr val="tx1"/>
                </a:solidFill>
              </a:defRPr>
            </a:lvl2pPr>
          </a:lstStyle>
          <a:p>
            <a:pPr lvl="0"/>
            <a:r>
              <a:rPr lang="en-US"/>
              <a:t>Insert</a:t>
            </a:r>
          </a:p>
        </p:txBody>
      </p:sp>
      <p:sp>
        <p:nvSpPr>
          <p:cNvPr id="7" name="Title 1">
            <a:extLst>
              <a:ext uri="{FF2B5EF4-FFF2-40B4-BE49-F238E27FC236}">
                <a16:creationId xmlns:a16="http://schemas.microsoft.com/office/drawing/2014/main" id="{86778AC2-0176-4241-BC19-68F111FBDC19}"/>
              </a:ext>
            </a:extLst>
          </p:cNvPr>
          <p:cNvSpPr>
            <a:spLocks noGrp="1"/>
          </p:cNvSpPr>
          <p:nvPr>
            <p:ph type="title" hasCustomPrompt="1"/>
          </p:nvPr>
        </p:nvSpPr>
        <p:spPr>
          <a:xfrm>
            <a:off x="465137" y="2864931"/>
            <a:ext cx="7659687" cy="2494469"/>
          </a:xfrm>
        </p:spPr>
        <p:txBody>
          <a:bodyPr lIns="0" rIns="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text</a:t>
            </a:r>
          </a:p>
        </p:txBody>
      </p:sp>
      <p:pic>
        <p:nvPicPr>
          <p:cNvPr id="12" name="Picture 11">
            <a:extLst>
              <a:ext uri="{FF2B5EF4-FFF2-40B4-BE49-F238E27FC236}">
                <a16:creationId xmlns:a16="http://schemas.microsoft.com/office/drawing/2014/main" id="{89E98E94-5DF6-4E58-AD1A-50C50B3F691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7943A519-3368-444C-8205-BAD4168421E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9" name="Rectangle 8">
            <a:extLst>
              <a:ext uri="{FF2B5EF4-FFF2-40B4-BE49-F238E27FC236}">
                <a16:creationId xmlns:a16="http://schemas.microsoft.com/office/drawing/2014/main" id="{B141855A-1EFE-44B7-9542-BBBEBEA0494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5" name="Footer Placeholder 3">
            <a:extLst>
              <a:ext uri="{FF2B5EF4-FFF2-40B4-BE49-F238E27FC236}">
                <a16:creationId xmlns:a16="http://schemas.microsoft.com/office/drawing/2014/main" id="{67D1C4F9-C8B2-4F15-A13B-AFCA5611B68B}"/>
              </a:ext>
            </a:extLst>
          </p:cNvPr>
          <p:cNvSpPr>
            <a:spLocks noGrp="1"/>
          </p:cNvSpPr>
          <p:nvPr>
            <p:ph type="ftr" sz="quarter" idx="23"/>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0" name="Text Placeholder 25">
            <a:extLst>
              <a:ext uri="{FF2B5EF4-FFF2-40B4-BE49-F238E27FC236}">
                <a16:creationId xmlns:a16="http://schemas.microsoft.com/office/drawing/2014/main" id="{E78AC81E-DC2D-4208-8BB2-D23380047DFB}"/>
              </a:ext>
            </a:extLst>
          </p:cNvPr>
          <p:cNvSpPr>
            <a:spLocks noGrp="1"/>
          </p:cNvSpPr>
          <p:nvPr>
            <p:ph type="body" sz="quarter" idx="17" hasCustomPrompt="1"/>
          </p:nvPr>
        </p:nvSpPr>
        <p:spPr>
          <a:xfrm>
            <a:off x="2020823" y="1647509"/>
            <a:ext cx="5230368" cy="392365"/>
          </a:xfrm>
        </p:spPr>
        <p:txBody>
          <a:bodyPr tIns="0" rIns="0"/>
          <a:lstStyle>
            <a:lvl1pPr>
              <a:lnSpc>
                <a:spcPct val="100000"/>
              </a:lnSpc>
              <a:spcAft>
                <a:spcPts val="0"/>
              </a:spcAft>
              <a:defRPr sz="2800" b="1"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name</a:t>
            </a:r>
          </a:p>
        </p:txBody>
      </p:sp>
      <p:sp>
        <p:nvSpPr>
          <p:cNvPr id="14" name="Text Placeholder 25">
            <a:extLst>
              <a:ext uri="{FF2B5EF4-FFF2-40B4-BE49-F238E27FC236}">
                <a16:creationId xmlns:a16="http://schemas.microsoft.com/office/drawing/2014/main" id="{0EB765C6-B69F-401B-A97F-43E692FB667C}"/>
              </a:ext>
            </a:extLst>
          </p:cNvPr>
          <p:cNvSpPr>
            <a:spLocks noGrp="1"/>
          </p:cNvSpPr>
          <p:nvPr>
            <p:ph type="body" sz="quarter" idx="22" hasCustomPrompt="1"/>
          </p:nvPr>
        </p:nvSpPr>
        <p:spPr>
          <a:xfrm>
            <a:off x="2020824" y="2066163"/>
            <a:ext cx="5230368" cy="329184"/>
          </a:xfrm>
        </p:spPr>
        <p:txBody>
          <a:bodyPr tIns="0" rIns="0"/>
          <a:lstStyle>
            <a:lvl1pPr>
              <a:lnSpc>
                <a:spcPct val="100000"/>
              </a:lnSpc>
              <a:spcAft>
                <a:spcPts val="0"/>
              </a:spcAft>
              <a:defRPr sz="26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title</a:t>
            </a:r>
          </a:p>
        </p:txBody>
      </p:sp>
    </p:spTree>
    <p:extLst>
      <p:ext uri="{BB962C8B-B14F-4D97-AF65-F5344CB8AC3E}">
        <p14:creationId xmlns:p14="http://schemas.microsoft.com/office/powerpoint/2010/main" val="24669784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video">
    <p:bg>
      <p:bgPr>
        <a:solidFill>
          <a:schemeClr val="tx1"/>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p:nvPr>
        </p:nvSpPr>
        <p:spPr>
          <a:xfrm>
            <a:off x="0" y="0"/>
            <a:ext cx="12192000" cy="6858000"/>
          </a:xfrm>
          <a:solidFill>
            <a:schemeClr val="tx1"/>
          </a:solidFill>
        </p:spPr>
        <p:txBody>
          <a:bodyPr tIns="731520" anchor="ctr" anchorCtr="0"/>
          <a:lstStyle>
            <a:lvl1pPr algn="ctr">
              <a:defRPr sz="2000" b="0" i="0">
                <a:solidFill>
                  <a:schemeClr val="bg2"/>
                </a:solidFill>
              </a:defRPr>
            </a:lvl1pPr>
          </a:lstStyle>
          <a:p>
            <a:r>
              <a:rPr lang="en-US"/>
              <a:t>Click icon to add media</a:t>
            </a:r>
          </a:p>
        </p:txBody>
      </p:sp>
    </p:spTree>
    <p:extLst>
      <p:ext uri="{BB962C8B-B14F-4D97-AF65-F5344CB8AC3E}">
        <p14:creationId xmlns:p14="http://schemas.microsoft.com/office/powerpoint/2010/main" val="7688187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512313CB-BBFB-4B6C-8838-3F145B360F1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8344118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512313CB-BBFB-4B6C-8838-3F145B360F1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9937880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cSld name="boilerplate back cover">
    <p:spTree>
      <p:nvGrpSpPr>
        <p:cNvPr id="1" name=""/>
        <p:cNvGrpSpPr/>
        <p:nvPr/>
      </p:nvGrpSpPr>
      <p:grpSpPr>
        <a:xfrm>
          <a:off x="0" y="0"/>
          <a:ext cx="0" cy="0"/>
          <a:chOff x="0" y="0"/>
          <a:chExt cx="0" cy="0"/>
        </a:xfrm>
      </p:grpSpPr>
      <p:sp>
        <p:nvSpPr>
          <p:cNvPr id="4" name="Flowchart: Process 37">
            <a:extLst>
              <a:ext uri="{FF2B5EF4-FFF2-40B4-BE49-F238E27FC236}">
                <a16:creationId xmlns:a16="http://schemas.microsoft.com/office/drawing/2014/main" id="{E82B962F-651D-4EBF-BA59-ABEB6BE511A1}"/>
              </a:ext>
            </a:extLst>
          </p:cNvPr>
          <p:cNvSpPr/>
          <p:nvPr userDrawn="1"/>
        </p:nvSpPr>
        <p:spPr>
          <a:xfrm>
            <a:off x="0" y="0"/>
            <a:ext cx="12192000" cy="6858000"/>
          </a:xfrm>
          <a:prstGeom prst="flowChartProcess">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C170D4B2-5CDD-459B-8595-749D90F713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30078" y="6020659"/>
            <a:ext cx="1207008" cy="391571"/>
          </a:xfrm>
          <a:prstGeom prst="rect">
            <a:avLst/>
          </a:prstGeom>
        </p:spPr>
      </p:pic>
      <p:sp>
        <p:nvSpPr>
          <p:cNvPr id="10" name="TextBox 9">
            <a:extLst>
              <a:ext uri="{FF2B5EF4-FFF2-40B4-BE49-F238E27FC236}">
                <a16:creationId xmlns:a16="http://schemas.microsoft.com/office/drawing/2014/main" id="{E8D2DB25-6B53-4624-849E-6708F664E232}"/>
              </a:ext>
            </a:extLst>
          </p:cNvPr>
          <p:cNvSpPr txBox="1"/>
          <p:nvPr userDrawn="1"/>
        </p:nvSpPr>
        <p:spPr>
          <a:xfrm>
            <a:off x="457200" y="5685999"/>
            <a:ext cx="3820795" cy="738664"/>
          </a:xfrm>
          <a:prstGeom prst="rect">
            <a:avLst/>
          </a:prstGeom>
          <a:noFill/>
        </p:spPr>
        <p:txBody>
          <a:bodyPr wrap="square" lIns="0" tIns="0" rIns="0" bIns="0" rtlCol="0" anchor="b" anchorCtr="0">
            <a:spAutoFit/>
          </a:bodyPr>
          <a:lstStyle/>
          <a:p>
            <a:pPr marR="0" algn="l" rtl="0"/>
            <a:r>
              <a:rPr lang="en-US" sz="1200" b="1" i="0" u="none" strike="noStrike" baseline="0">
                <a:solidFill>
                  <a:srgbClr val="7F35B2"/>
                </a:solidFill>
                <a:latin typeface="Arial" panose="020B0604020202020204" pitchFamily="34" charset="0"/>
              </a:rPr>
              <a:t>wtwco.com/social-media</a:t>
            </a:r>
            <a:endParaRPr lang="en-US" sz="1200" b="0" i="0" u="none" strike="noStrike" baseline="0">
              <a:solidFill>
                <a:srgbClr val="7F35B2"/>
              </a:solidFill>
              <a:latin typeface="Arial" panose="020B0604020202020204" pitchFamily="34" charset="0"/>
            </a:endParaRPr>
          </a:p>
          <a:p>
            <a:pPr marR="0" algn="l" rtl="0"/>
            <a:r>
              <a:rPr lang="en-GB" sz="1200" b="0" i="0" u="none" strike="noStrike" baseline="0">
                <a:solidFill>
                  <a:srgbClr val="000000"/>
                </a:solidFill>
                <a:latin typeface="Arial" panose="020B0604020202020204" pitchFamily="34" charset="0"/>
              </a:rPr>
              <a:t>Copyright © 2026 WTW. All rights reserved.</a:t>
            </a:r>
            <a:endParaRPr lang="en-GB" sz="1200" b="0" i="0" u="none" strike="noStrike" baseline="0">
              <a:solidFill>
                <a:srgbClr val="000000"/>
              </a:solidFill>
              <a:latin typeface="Graphik Regular" panose="020B0503030202060203" pitchFamily="34" charset="0"/>
            </a:endParaRPr>
          </a:p>
          <a:p>
            <a:pPr marR="0" algn="l" rtl="0"/>
            <a:endParaRPr lang="en-US" sz="1200" b="0" i="0" u="none" strike="noStrike" baseline="0">
              <a:solidFill>
                <a:srgbClr val="000000"/>
              </a:solidFill>
              <a:latin typeface="Graphik Regular" panose="020B0503030202060203" pitchFamily="34" charset="0"/>
            </a:endParaRPr>
          </a:p>
          <a:p>
            <a:pPr marR="0" algn="l" rtl="0"/>
            <a:r>
              <a:rPr lang="en-US" sz="1200" b="1" i="0" u="none" strike="noStrike" baseline="0">
                <a:solidFill>
                  <a:srgbClr val="7F35B2"/>
                </a:solidFill>
                <a:latin typeface="Arial" panose="020B0604020202020204" pitchFamily="34" charset="0"/>
              </a:rPr>
              <a:t>wtwco.com</a:t>
            </a:r>
          </a:p>
        </p:txBody>
      </p:sp>
      <p:pic>
        <p:nvPicPr>
          <p:cNvPr id="11" name="Picture 10">
            <a:extLst>
              <a:ext uri="{FF2B5EF4-FFF2-40B4-BE49-F238E27FC236}">
                <a16:creationId xmlns:a16="http://schemas.microsoft.com/office/drawing/2014/main" id="{D7987B32-948D-46B8-8B49-A33C7FA861B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5441153"/>
            <a:ext cx="812450" cy="219232"/>
          </a:xfrm>
          <a:prstGeom prst="rect">
            <a:avLst/>
          </a:prstGeom>
        </p:spPr>
      </p:pic>
      <p:sp>
        <p:nvSpPr>
          <p:cNvPr id="8" name="TextBox 7">
            <a:extLst>
              <a:ext uri="{FF2B5EF4-FFF2-40B4-BE49-F238E27FC236}">
                <a16:creationId xmlns:a16="http://schemas.microsoft.com/office/drawing/2014/main" id="{A49294BA-3DDC-505D-E683-1369E0384DFC}"/>
              </a:ext>
            </a:extLst>
          </p:cNvPr>
          <p:cNvSpPr txBox="1"/>
          <p:nvPr userDrawn="1"/>
        </p:nvSpPr>
        <p:spPr>
          <a:xfrm>
            <a:off x="457200" y="3675888"/>
            <a:ext cx="5524500" cy="1477328"/>
          </a:xfrm>
          <a:prstGeom prst="rect">
            <a:avLst/>
          </a:prstGeom>
          <a:noFill/>
        </p:spPr>
        <p:txBody>
          <a:bodyPr wrap="square" lIns="0" tIns="0" rIns="365760" bIns="0" rtlCol="0">
            <a:spAutoFit/>
          </a:bodyPr>
          <a:lstStyle/>
          <a:p>
            <a:pPr marR="0" algn="l" rtl="0"/>
            <a:r>
              <a:rPr lang="en-US" sz="1200" b="1" i="0" u="none" strike="noStrike" baseline="0">
                <a:solidFill>
                  <a:srgbClr val="7F35B2"/>
                </a:solidFill>
                <a:latin typeface="Arial" panose="020B0604020202020204" pitchFamily="34" charset="0"/>
              </a:rPr>
              <a:t>About WTW</a:t>
            </a:r>
            <a:endParaRPr lang="en-US" sz="1200" b="0" i="0" u="none" strike="noStrike" baseline="0">
              <a:solidFill>
                <a:srgbClr val="7F35B2"/>
              </a:solidFill>
              <a:latin typeface="Arial" panose="020B0604020202020204" pitchFamily="34" charset="0"/>
            </a:endParaRPr>
          </a:p>
          <a:p>
            <a:pPr marR="0" algn="l" rtl="0"/>
            <a:r>
              <a:rPr lang="en-GB" sz="1200" b="0" i="0" u="none" strike="noStrike" baseline="0">
                <a:solidFill>
                  <a:srgbClr val="000000"/>
                </a:solidFill>
                <a:latin typeface="Arial" panose="020B0604020202020204" pitchFamily="34" charset="0"/>
              </a:rPr>
              <a:t>At WTW (NASDAQ: WTW), we provide data-driven, insight-led solutions in the areas of people, risk and capital. Leveraging the global view and local expertise of our colleagues serving 140 countries and markets, we help you sharpen your strategy, enhance organizational resilience, motivate your workforce and maximise performance. Working shoulder to shoulder with you, we uncover opportunities for sustainable success — and provide perspective that moves you. Learn more at wtwco.com.</a:t>
            </a:r>
          </a:p>
        </p:txBody>
      </p:sp>
    </p:spTree>
    <p:extLst>
      <p:ext uri="{BB962C8B-B14F-4D97-AF65-F5344CB8AC3E}">
        <p14:creationId xmlns:p14="http://schemas.microsoft.com/office/powerpoint/2010/main" val="791009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13704834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with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FFBAE5CE-9115-4400-92CE-79F6EB75F8DE}"/>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36" name="Rectangle 35">
            <a:extLst>
              <a:ext uri="{FF2B5EF4-FFF2-40B4-BE49-F238E27FC236}">
                <a16:creationId xmlns:a16="http://schemas.microsoft.com/office/drawing/2014/main" id="{3577A7A7-9477-4761-AD96-65CEFEE1C2F9}"/>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1" name="Title 1">
            <a:extLst>
              <a:ext uri="{FF2B5EF4-FFF2-40B4-BE49-F238E27FC236}">
                <a16:creationId xmlns:a16="http://schemas.microsoft.com/office/drawing/2014/main" id="{4EE778BE-2D2D-413A-8DA5-37EED51243FC}"/>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2 — click to edit second line if needed </a:t>
            </a: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4" name="Text Placeholder 25">
            <a:extLst>
              <a:ext uri="{FF2B5EF4-FFF2-40B4-BE49-F238E27FC236}">
                <a16:creationId xmlns:a16="http://schemas.microsoft.com/office/drawing/2014/main" id="{0A11D46E-B6D4-44F6-9A7E-9BD65611E3BD}"/>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240518006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with image and eyebrow">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 click to edit</a:t>
            </a:r>
          </a:p>
        </p:txBody>
      </p:sp>
    </p:spTree>
    <p:extLst>
      <p:ext uri="{BB962C8B-B14F-4D97-AF65-F5344CB8AC3E}">
        <p14:creationId xmlns:p14="http://schemas.microsoft.com/office/powerpoint/2010/main" val="3396851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with image and eyebrow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5">
            <a:extLst>
              <a:ext uri="{FF2B5EF4-FFF2-40B4-BE49-F238E27FC236}">
                <a16:creationId xmlns:a16="http://schemas.microsoft.com/office/drawing/2014/main" id="{038C9A5A-DF00-4E1E-9AE5-630B0B1C26E1}"/>
              </a:ext>
            </a:extLst>
          </p:cNvPr>
          <p:cNvSpPr>
            <a:spLocks noGrp="1"/>
          </p:cNvSpPr>
          <p:nvPr>
            <p:ph type="pic" sz="quarter" idx="20" hasCustomPrompt="1"/>
          </p:nvPr>
        </p:nvSpPr>
        <p:spPr>
          <a:xfrm>
            <a:off x="1371600" y="457200"/>
            <a:ext cx="10360152" cy="4910328"/>
          </a:xfrm>
          <a:custGeom>
            <a:avLst/>
            <a:gdLst>
              <a:gd name="connsiteX0" fmla="*/ 0 w 10360152"/>
              <a:gd name="connsiteY0" fmla="*/ 0 h 4910328"/>
              <a:gd name="connsiteX1" fmla="*/ 10360152 w 10360152"/>
              <a:gd name="connsiteY1" fmla="*/ 0 h 4910328"/>
              <a:gd name="connsiteX2" fmla="*/ 10360152 w 10360152"/>
              <a:gd name="connsiteY2" fmla="*/ 4910328 h 4910328"/>
              <a:gd name="connsiteX3" fmla="*/ 0 w 10360152"/>
              <a:gd name="connsiteY3" fmla="*/ 4910328 h 4910328"/>
              <a:gd name="connsiteX4" fmla="*/ 0 w 10360152"/>
              <a:gd name="connsiteY4" fmla="*/ 4325112 h 4910328"/>
              <a:gd name="connsiteX5" fmla="*/ 4724398 w 10360152"/>
              <a:gd name="connsiteY5" fmla="*/ 4325112 h 4910328"/>
              <a:gd name="connsiteX6" fmla="*/ 4724398 w 10360152"/>
              <a:gd name="connsiteY6" fmla="*/ 1371600 h 4910328"/>
              <a:gd name="connsiteX7" fmla="*/ 0 w 10360152"/>
              <a:gd name="connsiteY7" fmla="*/ 1371600 h 4910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60152" h="4910328">
                <a:moveTo>
                  <a:pt x="0" y="0"/>
                </a:moveTo>
                <a:lnTo>
                  <a:pt x="10360152" y="0"/>
                </a:lnTo>
                <a:lnTo>
                  <a:pt x="10360152" y="4910328"/>
                </a:lnTo>
                <a:lnTo>
                  <a:pt x="0" y="4910328"/>
                </a:lnTo>
                <a:lnTo>
                  <a:pt x="0" y="4325112"/>
                </a:lnTo>
                <a:lnTo>
                  <a:pt x="4724398" y="4325112"/>
                </a:lnTo>
                <a:lnTo>
                  <a:pt x="4724398" y="1371600"/>
                </a:lnTo>
                <a:lnTo>
                  <a:pt x="0" y="1371600"/>
                </a:lnTo>
                <a:close/>
              </a:path>
            </a:pathLst>
          </a:custGeom>
          <a:solidFill>
            <a:srgbClr val="BFBFBF"/>
          </a:solidFill>
        </p:spPr>
        <p:txBody>
          <a:bodyPr wrap="square" tIns="1005840" rIns="0">
            <a:noAutofit/>
          </a:bodyPr>
          <a:lstStyle>
            <a:lvl1pPr algn="ctr">
              <a:defRPr/>
            </a:lvl1pPr>
          </a:lstStyle>
          <a:p>
            <a:r>
              <a:rPr lang="en-US"/>
              <a:t>Insert Pic</a:t>
            </a:r>
            <a:endParaRPr lang="en-GB"/>
          </a:p>
        </p:txBody>
      </p:sp>
      <p:sp>
        <p:nvSpPr>
          <p:cNvPr id="19" name="Rectangle 18">
            <a:extLst>
              <a:ext uri="{FF2B5EF4-FFF2-40B4-BE49-F238E27FC236}">
                <a16:creationId xmlns:a16="http://schemas.microsoft.com/office/drawing/2014/main" id="{0DF17C8C-1234-4524-992E-E1158DFAEA2E}"/>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pic>
        <p:nvPicPr>
          <p:cNvPr id="16" name="Picture 15">
            <a:extLst>
              <a:ext uri="{FF2B5EF4-FFF2-40B4-BE49-F238E27FC236}">
                <a16:creationId xmlns:a16="http://schemas.microsoft.com/office/drawing/2014/main" id="{A32749E2-B407-3D48-A30F-8E62153593B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7" name="Footer Placeholder 3">
            <a:extLst>
              <a:ext uri="{FF2B5EF4-FFF2-40B4-BE49-F238E27FC236}">
                <a16:creationId xmlns:a16="http://schemas.microsoft.com/office/drawing/2014/main" id="{B06DFEB4-C22B-4660-8B98-03308F89EF9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41" name="Rectangle 40">
            <a:extLst>
              <a:ext uri="{FF2B5EF4-FFF2-40B4-BE49-F238E27FC236}">
                <a16:creationId xmlns:a16="http://schemas.microsoft.com/office/drawing/2014/main" id="{6DFAF00F-4763-4474-955C-8EBFAD7C5008}"/>
              </a:ext>
            </a:extLst>
          </p:cNvPr>
          <p:cNvSpPr/>
          <p:nvPr userDrawn="1"/>
        </p:nvSpPr>
        <p:spPr bwMode="auto">
          <a:xfrm>
            <a:off x="0" y="1820425"/>
            <a:ext cx="6095998" cy="2953512"/>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15" name="Text Placeholder 23">
            <a:extLst>
              <a:ext uri="{FF2B5EF4-FFF2-40B4-BE49-F238E27FC236}">
                <a16:creationId xmlns:a16="http://schemas.microsoft.com/office/drawing/2014/main" id="{A7A6E329-CB7E-4C99-AF33-A15E835E59F2}"/>
              </a:ext>
            </a:extLst>
          </p:cNvPr>
          <p:cNvSpPr>
            <a:spLocks noGrp="1"/>
          </p:cNvSpPr>
          <p:nvPr>
            <p:ph type="body" sz="quarter" idx="16" hasCustomPrompt="1"/>
          </p:nvPr>
        </p:nvSpPr>
        <p:spPr>
          <a:xfrm>
            <a:off x="457200" y="4297680"/>
            <a:ext cx="2157454" cy="303396"/>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3" name="Text Placeholder 21">
            <a:extLst>
              <a:ext uri="{FF2B5EF4-FFF2-40B4-BE49-F238E27FC236}">
                <a16:creationId xmlns:a16="http://schemas.microsoft.com/office/drawing/2014/main" id="{9F84C6F3-0D99-4D70-AE1A-14BE3D3D6447}"/>
              </a:ext>
            </a:extLst>
          </p:cNvPr>
          <p:cNvSpPr>
            <a:spLocks noGrp="1"/>
          </p:cNvSpPr>
          <p:nvPr>
            <p:ph type="body" sz="quarter" idx="15" hasCustomPrompt="1"/>
          </p:nvPr>
        </p:nvSpPr>
        <p:spPr>
          <a:xfrm>
            <a:off x="457199" y="359359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 to add subhead</a:t>
            </a:r>
          </a:p>
        </p:txBody>
      </p:sp>
      <p:sp>
        <p:nvSpPr>
          <p:cNvPr id="12" name="Rectangle 11">
            <a:extLst>
              <a:ext uri="{FF2B5EF4-FFF2-40B4-BE49-F238E27FC236}">
                <a16:creationId xmlns:a16="http://schemas.microsoft.com/office/drawing/2014/main" id="{8F339F34-2275-4BB7-9F98-A182DF1551D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Text Placeholder 25">
            <a:extLst>
              <a:ext uri="{FF2B5EF4-FFF2-40B4-BE49-F238E27FC236}">
                <a16:creationId xmlns:a16="http://schemas.microsoft.com/office/drawing/2014/main" id="{3885F9D4-FCDE-BD46-A441-9DE0B73F38A1}"/>
              </a:ext>
            </a:extLst>
          </p:cNvPr>
          <p:cNvSpPr>
            <a:spLocks noGrp="1"/>
          </p:cNvSpPr>
          <p:nvPr>
            <p:ph type="body" sz="quarter" idx="21" hasCustomPrompt="1"/>
          </p:nvPr>
        </p:nvSpPr>
        <p:spPr>
          <a:xfrm>
            <a:off x="457199" y="2014776"/>
            <a:ext cx="5166360" cy="412931"/>
          </a:xfrm>
        </p:spPr>
        <p:txBody>
          <a:bodyPr rIns="0" anchor="ctr" anchorCtr="0"/>
          <a:lstStyle>
            <a:lvl1pPr>
              <a:lnSpc>
                <a:spcPct val="100000"/>
              </a:lnSpc>
              <a:spcAft>
                <a:spcPts val="0"/>
              </a:spcAft>
              <a:defRPr sz="1000" b="1" cap="all" spc="100" baseline="0">
                <a:solidFill>
                  <a:schemeClr val="tx1"/>
                </a:solidFill>
              </a:defRPr>
            </a:lvl1pPr>
            <a:lvl2pPr>
              <a:defRPr sz="1000" b="1" cap="all" spc="100" baseline="0">
                <a:solidFill>
                  <a:schemeClr val="tx1"/>
                </a:solidFill>
                <a:latin typeface="+mn-lt"/>
              </a:defRPr>
            </a:lvl2pPr>
            <a:lvl3pPr marL="0" indent="0">
              <a:buFontTx/>
              <a:buNone/>
              <a:defRPr sz="1000" b="1" cap="all" spc="100" baseline="0">
                <a:solidFill>
                  <a:schemeClr val="tx1"/>
                </a:solidFill>
              </a:defRPr>
            </a:lvl3pPr>
            <a:lvl4pPr marL="0" indent="0">
              <a:buFontTx/>
              <a:buNone/>
              <a:defRPr sz="1000" b="1" cap="all" spc="100" baseline="0">
                <a:solidFill>
                  <a:schemeClr val="tx1"/>
                </a:solidFill>
              </a:defRPr>
            </a:lvl4pPr>
            <a:lvl5pPr marL="0" indent="0">
              <a:buFontTx/>
              <a:buNone/>
              <a:defRPr sz="1000" b="1" cap="all" spc="100" baseline="0">
                <a:solidFill>
                  <a:schemeClr val="tx1"/>
                </a:solidFill>
              </a:defRPr>
            </a:lvl5pPr>
            <a:lvl6pPr marL="0" indent="0">
              <a:buFontTx/>
              <a:buNone/>
              <a:defRPr sz="1000" b="1" cap="all" spc="100" baseline="0">
                <a:solidFill>
                  <a:schemeClr val="tx1"/>
                </a:solidFill>
              </a:defRPr>
            </a:lvl6pPr>
            <a:lvl7pPr marL="0" indent="0">
              <a:buFontTx/>
              <a:buNone/>
              <a:defRPr sz="1000" b="1" cap="all" spc="100" baseline="0">
                <a:solidFill>
                  <a:schemeClr val="tx1"/>
                </a:solidFill>
              </a:defRPr>
            </a:lvl7pPr>
            <a:lvl8pPr marL="0" indent="0">
              <a:buFontTx/>
              <a:buNone/>
              <a:defRPr sz="1000" b="1" cap="all" spc="100" baseline="0">
                <a:solidFill>
                  <a:schemeClr val="tx1"/>
                </a:solidFill>
              </a:defRPr>
            </a:lvl8pPr>
            <a:lvl9pPr marL="0" indent="0">
              <a:buFontTx/>
              <a:buNone/>
              <a:defRPr sz="1000" b="1" i="0" cap="all" spc="100" baseline="0">
                <a:solidFill>
                  <a:schemeClr val="tx1"/>
                </a:solidFill>
              </a:defRPr>
            </a:lvl9pPr>
          </a:lstStyle>
          <a:p>
            <a:pPr lvl="0"/>
            <a:r>
              <a:rPr lang="en-US"/>
              <a:t>Click to add EYEBROW TEXT</a:t>
            </a:r>
          </a:p>
        </p:txBody>
      </p:sp>
      <p:cxnSp>
        <p:nvCxnSpPr>
          <p:cNvPr id="5" name="Straight Connector 4">
            <a:extLst>
              <a:ext uri="{FF2B5EF4-FFF2-40B4-BE49-F238E27FC236}">
                <a16:creationId xmlns:a16="http://schemas.microsoft.com/office/drawing/2014/main" id="{B1329BEF-C96E-3244-AF0B-0E139204A46B}"/>
              </a:ext>
            </a:extLst>
          </p:cNvPr>
          <p:cNvCxnSpPr>
            <a:cxnSpLocks/>
          </p:cNvCxnSpPr>
          <p:nvPr userDrawn="1"/>
        </p:nvCxnSpPr>
        <p:spPr>
          <a:xfrm>
            <a:off x="457199" y="2455405"/>
            <a:ext cx="516636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2996566D-E3C7-4510-8555-3ECF1D8B4887}"/>
              </a:ext>
            </a:extLst>
          </p:cNvPr>
          <p:cNvSpPr>
            <a:spLocks noGrp="1"/>
          </p:cNvSpPr>
          <p:nvPr>
            <p:ph type="title" hasCustomPrompt="1"/>
          </p:nvPr>
        </p:nvSpPr>
        <p:spPr>
          <a:xfrm>
            <a:off x="457199" y="2569464"/>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with image and eyebrow 2 — click to edit</a:t>
            </a:r>
          </a:p>
        </p:txBody>
      </p:sp>
    </p:spTree>
    <p:extLst>
      <p:ext uri="{BB962C8B-B14F-4D97-AF65-F5344CB8AC3E}">
        <p14:creationId xmlns:p14="http://schemas.microsoft.com/office/powerpoint/2010/main" val="71828349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2609F5C0-DCA3-43BB-9640-ED26F710EEA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Tree>
    <p:extLst>
      <p:ext uri="{BB962C8B-B14F-4D97-AF65-F5344CB8AC3E}">
        <p14:creationId xmlns:p14="http://schemas.microsoft.com/office/powerpoint/2010/main" val="100286555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no ima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sp>
        <p:nvSpPr>
          <p:cNvPr id="10" name="Rectangle 9">
            <a:extLst>
              <a:ext uri="{FF2B5EF4-FFF2-40B4-BE49-F238E27FC236}">
                <a16:creationId xmlns:a16="http://schemas.microsoft.com/office/drawing/2014/main" id="{6ADD352E-DF4D-446E-9A60-7583091C589C}"/>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626745FB-344D-4188-943E-D2818237683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2609F5C0-DCA3-43BB-9640-ED26F710EEA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1" name="Title 1">
            <a:extLst>
              <a:ext uri="{FF2B5EF4-FFF2-40B4-BE49-F238E27FC236}">
                <a16:creationId xmlns:a16="http://schemas.microsoft.com/office/drawing/2014/main" id="{8657438D-0593-47FA-B429-C3DE64FC966D}"/>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no image 2 — click to edit second line if needed </a:t>
            </a:r>
          </a:p>
        </p:txBody>
      </p:sp>
      <p:sp>
        <p:nvSpPr>
          <p:cNvPr id="12" name="Text Placeholder 23">
            <a:extLst>
              <a:ext uri="{FF2B5EF4-FFF2-40B4-BE49-F238E27FC236}">
                <a16:creationId xmlns:a16="http://schemas.microsoft.com/office/drawing/2014/main" id="{510F4C07-544E-4DD2-9C21-F577ED2FB2DE}"/>
              </a:ext>
            </a:extLst>
          </p:cNvPr>
          <p:cNvSpPr>
            <a:spLocks noGrp="1"/>
          </p:cNvSpPr>
          <p:nvPr>
            <p:ph type="body" sz="quarter" idx="16"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16" name="Text Placeholder 21">
            <a:extLst>
              <a:ext uri="{FF2B5EF4-FFF2-40B4-BE49-F238E27FC236}">
                <a16:creationId xmlns:a16="http://schemas.microsoft.com/office/drawing/2014/main" id="{AA9E3402-A66C-4F26-86E2-0EF3C9DC4AA5}"/>
              </a:ext>
            </a:extLst>
          </p:cNvPr>
          <p:cNvSpPr>
            <a:spLocks noGrp="1"/>
          </p:cNvSpPr>
          <p:nvPr>
            <p:ph type="body" sz="quarter" idx="15" hasCustomPrompt="1"/>
          </p:nvPr>
        </p:nvSpPr>
        <p:spPr>
          <a:xfrm>
            <a:off x="457198" y="3225916"/>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19" name="Text Placeholder 25">
            <a:extLst>
              <a:ext uri="{FF2B5EF4-FFF2-40B4-BE49-F238E27FC236}">
                <a16:creationId xmlns:a16="http://schemas.microsoft.com/office/drawing/2014/main" id="{70B2E61E-429F-4743-B432-4615E5429B7F}"/>
              </a:ext>
            </a:extLst>
          </p:cNvPr>
          <p:cNvSpPr>
            <a:spLocks noGrp="1"/>
          </p:cNvSpPr>
          <p:nvPr>
            <p:ph type="body" sz="quarter" idx="17"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Tree>
    <p:extLst>
      <p:ext uri="{BB962C8B-B14F-4D97-AF65-F5344CB8AC3E}">
        <p14:creationId xmlns:p14="http://schemas.microsoft.com/office/powerpoint/2010/main" val="91492190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cobr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5AB0527-40F9-0B4A-9E3E-046B4A23315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89024" y="6437376"/>
            <a:ext cx="644234" cy="208999"/>
          </a:xfrm>
          <a:prstGeom prst="rect">
            <a:avLst/>
          </a:prstGeom>
        </p:spPr>
      </p:pic>
      <p:cxnSp>
        <p:nvCxnSpPr>
          <p:cNvPr id="8" name="Straight Connector 7">
            <a:extLst>
              <a:ext uri="{FF2B5EF4-FFF2-40B4-BE49-F238E27FC236}">
                <a16:creationId xmlns:a16="http://schemas.microsoft.com/office/drawing/2014/main" id="{68BD69C2-429A-47BF-AFC1-919C4469AC6B}"/>
              </a:ext>
            </a:extLst>
          </p:cNvPr>
          <p:cNvCxnSpPr/>
          <p:nvPr userDrawn="1"/>
        </p:nvCxnSpPr>
        <p:spPr>
          <a:xfrm>
            <a:off x="10738017" y="6335876"/>
            <a:ext cx="0" cy="367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19">
            <a:extLst>
              <a:ext uri="{FF2B5EF4-FFF2-40B4-BE49-F238E27FC236}">
                <a16:creationId xmlns:a16="http://schemas.microsoft.com/office/drawing/2014/main" id="{57EBCDC8-3858-4B96-BABB-58AE637B4076}"/>
              </a:ext>
            </a:extLst>
          </p:cNvPr>
          <p:cNvSpPr>
            <a:spLocks noGrp="1"/>
          </p:cNvSpPr>
          <p:nvPr>
            <p:ph type="pic" sz="quarter" idx="14" hasCustomPrompt="1"/>
          </p:nvPr>
        </p:nvSpPr>
        <p:spPr>
          <a:xfrm>
            <a:off x="8049554" y="6368931"/>
            <a:ext cx="2466975" cy="390196"/>
          </a:xfrm>
        </p:spPr>
        <p:txBody>
          <a:bodyPr anchor="ctr" anchorCtr="0"/>
          <a:lstStyle>
            <a:lvl1pPr algn="ctr">
              <a:defRPr sz="1200"/>
            </a:lvl1pPr>
          </a:lstStyle>
          <a:p>
            <a:r>
              <a:rPr lang="en-US"/>
              <a:t>Click to insert cobrand logo</a:t>
            </a:r>
          </a:p>
        </p:txBody>
      </p:sp>
      <p:sp>
        <p:nvSpPr>
          <p:cNvPr id="15" name="Rectangle 14">
            <a:extLst>
              <a:ext uri="{FF2B5EF4-FFF2-40B4-BE49-F238E27FC236}">
                <a16:creationId xmlns:a16="http://schemas.microsoft.com/office/drawing/2014/main" id="{0E81A99A-28F5-400A-A06C-4564C61FDFA8}"/>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3" name="Rectangle 22">
            <a:extLst>
              <a:ext uri="{FF2B5EF4-FFF2-40B4-BE49-F238E27FC236}">
                <a16:creationId xmlns:a16="http://schemas.microsoft.com/office/drawing/2014/main" id="{B79E3780-1FCA-42E3-91B5-3C07F3064D1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4" name="Footer Placeholder 3">
            <a:extLst>
              <a:ext uri="{FF2B5EF4-FFF2-40B4-BE49-F238E27FC236}">
                <a16:creationId xmlns:a16="http://schemas.microsoft.com/office/drawing/2014/main" id="{DC3DCF4C-2E1B-40D8-B839-277A17EAB13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6" name="Rectangle 15">
            <a:extLst>
              <a:ext uri="{FF2B5EF4-FFF2-40B4-BE49-F238E27FC236}">
                <a16:creationId xmlns:a16="http://schemas.microsoft.com/office/drawing/2014/main" id="{1DBF7C3F-7FC1-423D-8774-FED59E4DBCE0}"/>
              </a:ext>
            </a:extLst>
          </p:cNvPr>
          <p:cNvSpPr/>
          <p:nvPr userDrawn="1"/>
        </p:nvSpPr>
        <p:spPr bwMode="auto">
          <a:xfrm>
            <a:off x="0" y="1828800"/>
            <a:ext cx="6095998" cy="295351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24" name="Text Placeholder 23">
            <a:extLst>
              <a:ext uri="{FF2B5EF4-FFF2-40B4-BE49-F238E27FC236}">
                <a16:creationId xmlns:a16="http://schemas.microsoft.com/office/drawing/2014/main" id="{F0C785EF-9E17-43E6-868A-A0F48620F168}"/>
              </a:ext>
            </a:extLst>
          </p:cNvPr>
          <p:cNvSpPr>
            <a:spLocks noGrp="1"/>
          </p:cNvSpPr>
          <p:nvPr>
            <p:ph type="body" sz="quarter" idx="18" hasCustomPrompt="1"/>
          </p:nvPr>
        </p:nvSpPr>
        <p:spPr>
          <a:xfrm>
            <a:off x="457200" y="4343400"/>
            <a:ext cx="2157454" cy="274320"/>
          </a:xfrm>
        </p:spPr>
        <p:txBody>
          <a:bodyPr anchor="ctr" anchorCtr="0"/>
          <a:lstStyle>
            <a:lvl1pPr>
              <a:lnSpc>
                <a:spcPct val="100000"/>
              </a:lnSpc>
              <a:defRPr sz="1200" b="0" i="0" baseline="0"/>
            </a:lvl1pPr>
            <a:lvl2pPr>
              <a:defRPr sz="1200" b="0">
                <a:solidFill>
                  <a:schemeClr val="tx2"/>
                </a:solidFill>
                <a:latin typeface="+mn-lt"/>
              </a:defRPr>
            </a:lvl2pPr>
            <a:lvl3pPr marL="0" indent="0">
              <a:buFontTx/>
              <a:buNone/>
              <a:defRPr sz="1200">
                <a:solidFill>
                  <a:schemeClr val="tx2"/>
                </a:solidFill>
              </a:defRPr>
            </a:lvl3pPr>
            <a:lvl4pPr marL="0" indent="0">
              <a:buFontTx/>
              <a:buNone/>
              <a:defRPr/>
            </a:lvl4pPr>
            <a:lvl5pPr marL="0" indent="0">
              <a:buFontTx/>
              <a:buNone/>
              <a:defRPr sz="1200"/>
            </a:lvl5pPr>
            <a:lvl6pPr marL="0" indent="0">
              <a:buFontTx/>
              <a:buNone/>
              <a:defRPr sz="1200"/>
            </a:lvl6pPr>
            <a:lvl7pPr marL="0" indent="0">
              <a:buFontTx/>
              <a:buNone/>
              <a:defRPr/>
            </a:lvl7pPr>
            <a:lvl8pPr marL="0" indent="0">
              <a:buFontTx/>
              <a:buNone/>
              <a:defRPr sz="1200">
                <a:solidFill>
                  <a:schemeClr val="tx2"/>
                </a:solidFill>
              </a:defRPr>
            </a:lvl8pPr>
            <a:lvl9pPr marL="0" indent="0">
              <a:buFontTx/>
              <a:buNone/>
              <a:defRPr sz="1200">
                <a:solidFill>
                  <a:schemeClr val="tx2"/>
                </a:solidFill>
              </a:defRPr>
            </a:lvl9pPr>
          </a:lstStyle>
          <a:p>
            <a:pPr lvl="0"/>
            <a:r>
              <a:rPr lang="en-US"/>
              <a:t>Insert date</a:t>
            </a:r>
          </a:p>
        </p:txBody>
      </p:sp>
      <p:sp>
        <p:nvSpPr>
          <p:cNvPr id="25" name="Text Placeholder 21">
            <a:extLst>
              <a:ext uri="{FF2B5EF4-FFF2-40B4-BE49-F238E27FC236}">
                <a16:creationId xmlns:a16="http://schemas.microsoft.com/office/drawing/2014/main" id="{CA9928E1-888D-4F50-BC02-91B5DA680D24}"/>
              </a:ext>
            </a:extLst>
          </p:cNvPr>
          <p:cNvSpPr>
            <a:spLocks noGrp="1"/>
          </p:cNvSpPr>
          <p:nvPr>
            <p:ph type="body" sz="quarter" idx="19" hasCustomPrompt="1"/>
          </p:nvPr>
        </p:nvSpPr>
        <p:spPr>
          <a:xfrm>
            <a:off x="457198" y="3227832"/>
            <a:ext cx="5166360" cy="452106"/>
          </a:xfrm>
        </p:spPr>
        <p:txBody>
          <a:bodyPr rIns="0" anchor="t" anchorCtr="0"/>
          <a:lstStyle>
            <a:lvl1pPr>
              <a:lnSpc>
                <a:spcPct val="100000"/>
              </a:lnSpc>
              <a:spcAft>
                <a:spcPts val="0"/>
              </a:spcAft>
              <a:defRPr sz="1800" b="0" i="0" baseline="0">
                <a:solidFill>
                  <a:schemeClr val="tx2"/>
                </a:solidFill>
              </a:defRPr>
            </a:lvl1pPr>
            <a:lvl2pPr>
              <a:lnSpc>
                <a:spcPct val="100000"/>
              </a:lnSpc>
              <a:defRPr sz="1800" b="0">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subhead</a:t>
            </a:r>
          </a:p>
        </p:txBody>
      </p:sp>
      <p:sp>
        <p:nvSpPr>
          <p:cNvPr id="26" name="Text Placeholder 25">
            <a:extLst>
              <a:ext uri="{FF2B5EF4-FFF2-40B4-BE49-F238E27FC236}">
                <a16:creationId xmlns:a16="http://schemas.microsoft.com/office/drawing/2014/main" id="{9A9EAD76-6105-44A8-8A8B-286F32267AB5}"/>
              </a:ext>
            </a:extLst>
          </p:cNvPr>
          <p:cNvSpPr>
            <a:spLocks noGrp="1"/>
          </p:cNvSpPr>
          <p:nvPr>
            <p:ph type="body" sz="quarter" idx="20" hasCustomPrompt="1"/>
          </p:nvPr>
        </p:nvSpPr>
        <p:spPr>
          <a:xfrm>
            <a:off x="457200" y="3781730"/>
            <a:ext cx="5166360" cy="448056"/>
          </a:xfrm>
        </p:spPr>
        <p:txBody>
          <a:bodyPr rIns="0" anchor="t" anchorCtr="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text</a:t>
            </a:r>
          </a:p>
        </p:txBody>
      </p:sp>
      <p:sp>
        <p:nvSpPr>
          <p:cNvPr id="27" name="Title 1">
            <a:extLst>
              <a:ext uri="{FF2B5EF4-FFF2-40B4-BE49-F238E27FC236}">
                <a16:creationId xmlns:a16="http://schemas.microsoft.com/office/drawing/2014/main" id="{9C7E50F4-F140-435A-BF1E-BB5BF832FB72}"/>
              </a:ext>
            </a:extLst>
          </p:cNvPr>
          <p:cNvSpPr>
            <a:spLocks noGrp="1"/>
          </p:cNvSpPr>
          <p:nvPr>
            <p:ph type="title" hasCustomPrompt="1"/>
          </p:nvPr>
        </p:nvSpPr>
        <p:spPr>
          <a:xfrm>
            <a:off x="457198" y="2211777"/>
            <a:ext cx="5166360" cy="957428"/>
          </a:xfrm>
        </p:spPr>
        <p:txBody>
          <a:bodyPr rIns="0">
            <a:noAutofit/>
          </a:bodyPr>
          <a:lstStyle>
            <a:lvl1pPr>
              <a:lnSpc>
                <a:spcPct val="90000"/>
              </a:lnSpc>
              <a:defRPr sz="3500" b="0" i="0" baseline="0">
                <a:solidFill>
                  <a:schemeClr val="tx1"/>
                </a:solidFill>
                <a:latin typeface="Times New Roman" panose="02020603050405020304" pitchFamily="18" charset="0"/>
                <a:cs typeface="Times New Roman" panose="02020603050405020304" pitchFamily="18" charset="0"/>
              </a:defRPr>
            </a:lvl1pPr>
          </a:lstStyle>
          <a:p>
            <a:r>
              <a:rPr lang="en-US"/>
              <a:t>Title cobrand — click to edit second line if needed </a:t>
            </a:r>
          </a:p>
        </p:txBody>
      </p:sp>
    </p:spTree>
    <p:extLst>
      <p:ext uri="{BB962C8B-B14F-4D97-AF65-F5344CB8AC3E}">
        <p14:creationId xmlns:p14="http://schemas.microsoft.com/office/powerpoint/2010/main" val="283030337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1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F982AE-B441-5D47-8FE2-7C216AC85070}"/>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1 no image — click to edit text</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0" name="Picture 9">
            <a:extLst>
              <a:ext uri="{FF2B5EF4-FFF2-40B4-BE49-F238E27FC236}">
                <a16:creationId xmlns:a16="http://schemas.microsoft.com/office/drawing/2014/main" id="{14EF8B42-EA86-E84A-AB99-6D91A9C3FFC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7376"/>
            <a:ext cx="644234" cy="208999"/>
          </a:xfrm>
          <a:prstGeom prst="rect">
            <a:avLst/>
          </a:prstGeom>
        </p:spPr>
      </p:pic>
      <p:sp>
        <p:nvSpPr>
          <p:cNvPr id="2" name="Slide Number Placeholder 1">
            <a:extLst>
              <a:ext uri="{FF2B5EF4-FFF2-40B4-BE49-F238E27FC236}">
                <a16:creationId xmlns:a16="http://schemas.microsoft.com/office/drawing/2014/main" id="{EDA2F4BF-5814-104F-9DEA-62BEC9541555}"/>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F6D15C58-405A-4936-A9EB-228AF76CF04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Footer Placeholder 3">
            <a:extLst>
              <a:ext uri="{FF2B5EF4-FFF2-40B4-BE49-F238E27FC236}">
                <a16:creationId xmlns:a16="http://schemas.microsoft.com/office/drawing/2014/main" id="{26375D5E-A88D-4EA9-BC79-11A2499BF2C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408057404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2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A2584FF-D46F-45F7-B82A-CE42BD41844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FE44C43D-DB44-4411-BDB9-A4C2C7084B51}"/>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378FBD8A-D12B-4EFA-A9DB-2DD83E9E322D}"/>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5" name="Footer Placeholder 3">
            <a:extLst>
              <a:ext uri="{FF2B5EF4-FFF2-40B4-BE49-F238E27FC236}">
                <a16:creationId xmlns:a16="http://schemas.microsoft.com/office/drawing/2014/main" id="{D4471A6B-1EFF-490E-B279-C8FFAA8D5B68}"/>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21" name="Title 1">
            <a:extLst>
              <a:ext uri="{FF2B5EF4-FFF2-40B4-BE49-F238E27FC236}">
                <a16:creationId xmlns:a16="http://schemas.microsoft.com/office/drawing/2014/main" id="{22BF5985-B02F-458A-8DDC-57916CC8A299}"/>
              </a:ext>
            </a:extLst>
          </p:cNvPr>
          <p:cNvSpPr>
            <a:spLocks noGrp="1"/>
          </p:cNvSpPr>
          <p:nvPr>
            <p:ph type="title" hasCustomPrompt="1"/>
          </p:nvPr>
        </p:nvSpPr>
        <p:spPr>
          <a:xfrm>
            <a:off x="4233673" y="2530432"/>
            <a:ext cx="6199632" cy="1317667"/>
          </a:xfrm>
          <a:solidFill>
            <a:schemeClr val="bg1"/>
          </a:solidFill>
        </p:spPr>
        <p:txBody>
          <a:bodyPr lIns="0" t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2 no image — click to edit text</a:t>
            </a:r>
          </a:p>
        </p:txBody>
      </p:sp>
      <p:sp>
        <p:nvSpPr>
          <p:cNvPr id="22" name="Text Placeholder 25">
            <a:extLst>
              <a:ext uri="{FF2B5EF4-FFF2-40B4-BE49-F238E27FC236}">
                <a16:creationId xmlns:a16="http://schemas.microsoft.com/office/drawing/2014/main" id="{DBEB1D60-90BA-4234-8D5F-520D83E1A270}"/>
              </a:ext>
            </a:extLst>
          </p:cNvPr>
          <p:cNvSpPr>
            <a:spLocks noGrp="1"/>
          </p:cNvSpPr>
          <p:nvPr>
            <p:ph type="body" sz="quarter" idx="17" hasCustomPrompt="1"/>
          </p:nvPr>
        </p:nvSpPr>
        <p:spPr>
          <a:xfrm>
            <a:off x="4233672" y="3947537"/>
            <a:ext cx="6199632" cy="402123"/>
          </a:xfrm>
        </p:spPr>
        <p:txBody>
          <a:bodyPr lIns="0" tIns="0" rIns="22860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spTree>
    <p:extLst>
      <p:ext uri="{BB962C8B-B14F-4D97-AF65-F5344CB8AC3E}">
        <p14:creationId xmlns:p14="http://schemas.microsoft.com/office/powerpoint/2010/main" val="266343045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3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9B7A2125-0066-41AD-B5C4-1FCDE010232D}"/>
              </a:ext>
            </a:extLst>
          </p:cNvPr>
          <p:cNvSpPr>
            <a:spLocks noGrp="1"/>
          </p:cNvSpPr>
          <p:nvPr>
            <p:ph type="pic" sz="quarter" idx="20" hasCustomPrompt="1"/>
          </p:nvPr>
        </p:nvSpPr>
        <p:spPr>
          <a:xfrm>
            <a:off x="465138" y="457200"/>
            <a:ext cx="11269662" cy="5791200"/>
          </a:xfrm>
          <a:custGeom>
            <a:avLst/>
            <a:gdLst>
              <a:gd name="connsiteX0" fmla="*/ 0 w 11269662"/>
              <a:gd name="connsiteY0" fmla="*/ 0 h 5791200"/>
              <a:gd name="connsiteX1" fmla="*/ 11269662 w 11269662"/>
              <a:gd name="connsiteY1" fmla="*/ 0 h 5791200"/>
              <a:gd name="connsiteX2" fmla="*/ 11269662 w 11269662"/>
              <a:gd name="connsiteY2" fmla="*/ 5791200 h 5791200"/>
              <a:gd name="connsiteX3" fmla="*/ 0 w 11269662"/>
              <a:gd name="connsiteY3" fmla="*/ 5791200 h 5791200"/>
              <a:gd name="connsiteX4" fmla="*/ 0 w 11269662"/>
              <a:gd name="connsiteY4" fmla="*/ 3941064 h 5791200"/>
              <a:gd name="connsiteX5" fmla="*/ 5624766 w 11269662"/>
              <a:gd name="connsiteY5" fmla="*/ 3941064 h 5791200"/>
              <a:gd name="connsiteX6" fmla="*/ 5624766 w 11269662"/>
              <a:gd name="connsiteY6" fmla="*/ 1929384 h 5791200"/>
              <a:gd name="connsiteX7" fmla="*/ 0 w 11269662"/>
              <a:gd name="connsiteY7" fmla="*/ 1929384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9662" h="5791200">
                <a:moveTo>
                  <a:pt x="0" y="0"/>
                </a:moveTo>
                <a:lnTo>
                  <a:pt x="11269662" y="0"/>
                </a:lnTo>
                <a:lnTo>
                  <a:pt x="11269662" y="5791200"/>
                </a:lnTo>
                <a:lnTo>
                  <a:pt x="0" y="5791200"/>
                </a:lnTo>
                <a:lnTo>
                  <a:pt x="0" y="3941064"/>
                </a:lnTo>
                <a:lnTo>
                  <a:pt x="5624766" y="3941064"/>
                </a:lnTo>
                <a:lnTo>
                  <a:pt x="5624766" y="1929384"/>
                </a:lnTo>
                <a:lnTo>
                  <a:pt x="0" y="1929384"/>
                </a:lnTo>
                <a:close/>
              </a:path>
            </a:pathLst>
          </a:custGeom>
          <a:solidFill>
            <a:srgbClr val="BFBFBF"/>
          </a:solidFill>
        </p:spPr>
        <p:txBody>
          <a:bodyPr wrap="square" tIns="1463040">
            <a:noAutofit/>
          </a:bodyPr>
          <a:lstStyle>
            <a:lvl1pPr algn="ctr">
              <a:defRPr/>
            </a:lvl1pPr>
          </a:lstStyle>
          <a:p>
            <a:r>
              <a:rPr lang="en-US"/>
              <a:t>Insert Pic</a:t>
            </a:r>
            <a:endParaRPr lang="en-GB"/>
          </a:p>
        </p:txBody>
      </p:sp>
      <p:sp>
        <p:nvSpPr>
          <p:cNvPr id="18" name="Rectangle 17">
            <a:extLst>
              <a:ext uri="{FF2B5EF4-FFF2-40B4-BE49-F238E27FC236}">
                <a16:creationId xmlns:a16="http://schemas.microsoft.com/office/drawing/2014/main" id="{1EB2AA7D-C791-4F6C-A258-4D60B1A85487}"/>
              </a:ext>
            </a:extLst>
          </p:cNvPr>
          <p:cNvSpPr/>
          <p:nvPr userDrawn="1"/>
        </p:nvSpPr>
        <p:spPr bwMode="auto">
          <a:xfrm>
            <a:off x="0" y="2386584"/>
            <a:ext cx="6089904" cy="2011680"/>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GB" sz="1600" b="0" i="0">
              <a:solidFill>
                <a:schemeClr val="bg1"/>
              </a:solidFill>
              <a:latin typeface="+mn-lt"/>
              <a:ea typeface="Roboto" panose="02000000000000000000" pitchFamily="2" charset="0"/>
              <a:cs typeface="Roboto" panose="02000000000000000000" pitchFamily="2" charset="0"/>
            </a:endParaRPr>
          </a:p>
        </p:txBody>
      </p:sp>
      <p:sp>
        <p:nvSpPr>
          <p:cNvPr id="9" name="Title 1">
            <a:extLst>
              <a:ext uri="{FF2B5EF4-FFF2-40B4-BE49-F238E27FC236}">
                <a16:creationId xmlns:a16="http://schemas.microsoft.com/office/drawing/2014/main" id="{C5BEADA9-8B0A-E647-BE4B-A60A9933BF45}"/>
              </a:ext>
            </a:extLst>
          </p:cNvPr>
          <p:cNvSpPr>
            <a:spLocks noGrp="1"/>
          </p:cNvSpPr>
          <p:nvPr>
            <p:ph type="title" hasCustomPrompt="1"/>
          </p:nvPr>
        </p:nvSpPr>
        <p:spPr>
          <a:xfrm>
            <a:off x="465137" y="2686049"/>
            <a:ext cx="5421313" cy="1128137"/>
          </a:xfrm>
        </p:spPr>
        <p:txBody>
          <a:bodyPr lIns="0" rIns="0" anchor="ctr" anchorCtr="0">
            <a:noAutofit/>
          </a:bodyPr>
          <a:lstStyle>
            <a:lvl1pPr>
              <a:lnSpc>
                <a:spcPct val="90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Divider 3 with image — click to edit text</a:t>
            </a:r>
          </a:p>
        </p:txBody>
      </p:sp>
      <p:sp>
        <p:nvSpPr>
          <p:cNvPr id="10" name="Text Placeholder 25">
            <a:extLst>
              <a:ext uri="{FF2B5EF4-FFF2-40B4-BE49-F238E27FC236}">
                <a16:creationId xmlns:a16="http://schemas.microsoft.com/office/drawing/2014/main" id="{17B4EE0A-0572-284B-BEDD-5BB727575BBC}"/>
              </a:ext>
            </a:extLst>
          </p:cNvPr>
          <p:cNvSpPr>
            <a:spLocks noGrp="1"/>
          </p:cNvSpPr>
          <p:nvPr>
            <p:ph type="body" sz="quarter" idx="17" hasCustomPrompt="1"/>
          </p:nvPr>
        </p:nvSpPr>
        <p:spPr>
          <a:xfrm>
            <a:off x="465138" y="3852287"/>
            <a:ext cx="5421312" cy="402123"/>
          </a:xfrm>
        </p:spPr>
        <p:txBody>
          <a:bodyPr lIns="0" tIns="0" rIns="0"/>
          <a:lstStyle>
            <a:lvl1pPr>
              <a:lnSpc>
                <a:spcPct val="100000"/>
              </a:lnSpc>
              <a:spcAft>
                <a:spcPts val="0"/>
              </a:spcAft>
              <a:defRPr sz="1600" b="0">
                <a:solidFill>
                  <a:schemeClr val="tx1"/>
                </a:solidFill>
              </a:defRPr>
            </a:lvl1pPr>
            <a:lvl2pPr>
              <a:defRPr b="0">
                <a:solidFill>
                  <a:schemeClr val="tx1"/>
                </a:solidFill>
                <a:latin typeface="+mn-lt"/>
              </a:defRPr>
            </a:lvl2pPr>
            <a:lvl3pPr marL="0" indent="0">
              <a:buFontTx/>
              <a:buNone/>
              <a:defRPr sz="1600">
                <a:solidFill>
                  <a:schemeClr val="tx1"/>
                </a:solidFill>
              </a:defRPr>
            </a:lvl3pPr>
            <a:lvl4pPr marL="0" indent="0">
              <a:buFontTx/>
              <a:buNone/>
              <a:defRPr sz="1600">
                <a:solidFill>
                  <a:schemeClr val="tx1"/>
                </a:solidFill>
              </a:defRPr>
            </a:lvl4pPr>
            <a:lvl5pPr marL="0" indent="0">
              <a:buFontTx/>
              <a:buNone/>
              <a:defRPr sz="1600">
                <a:solidFill>
                  <a:schemeClr val="tx1"/>
                </a:solidFill>
              </a:defRPr>
            </a:lvl5pPr>
            <a:lvl6pPr marL="0" indent="0">
              <a:buFontTx/>
              <a:buNone/>
              <a:defRPr sz="1600">
                <a:solidFill>
                  <a:schemeClr val="tx1"/>
                </a:solidFill>
              </a:defRPr>
            </a:lvl6pPr>
            <a:lvl7pPr marL="0" indent="0">
              <a:buFontTx/>
              <a:buNone/>
              <a:defRPr sz="1600">
                <a:solidFill>
                  <a:schemeClr val="tx1"/>
                </a:solidFill>
              </a:defRPr>
            </a:lvl7pPr>
            <a:lvl8pPr marL="0" indent="0">
              <a:buFontTx/>
              <a:buNone/>
              <a:defRPr sz="1600">
                <a:solidFill>
                  <a:schemeClr val="tx1"/>
                </a:solidFill>
              </a:defRPr>
            </a:lvl8pPr>
            <a:lvl9pPr marL="0" indent="0">
              <a:buFontTx/>
              <a:buNone/>
              <a:defRPr sz="1600" b="0" i="0">
                <a:solidFill>
                  <a:schemeClr val="tx1"/>
                </a:solidFill>
              </a:defRPr>
            </a:lvl9pPr>
          </a:lstStyle>
          <a:p>
            <a:pPr lvl="0"/>
            <a:r>
              <a:rPr lang="en-US"/>
              <a:t>Click to add subhead</a:t>
            </a:r>
          </a:p>
        </p:txBody>
      </p:sp>
      <p:pic>
        <p:nvPicPr>
          <p:cNvPr id="14" name="Picture 13">
            <a:extLst>
              <a:ext uri="{FF2B5EF4-FFF2-40B4-BE49-F238E27FC236}">
                <a16:creationId xmlns:a16="http://schemas.microsoft.com/office/drawing/2014/main" id="{04EBF1F0-2701-43DF-A3C4-DF3A356079D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94D1E600-447F-4CCE-ABE9-DF9703B6F18E}"/>
              </a:ext>
            </a:extLst>
          </p:cNvPr>
          <p:cNvSpPr>
            <a:spLocks noGrp="1"/>
          </p:cNvSpPr>
          <p:nvPr>
            <p:ph type="sldNum" sz="quarter" idx="19"/>
          </p:nvPr>
        </p:nvSpPr>
        <p:spPr>
          <a:xfrm>
            <a:off x="11427675" y="6437376"/>
            <a:ext cx="306387" cy="208758"/>
          </a:xfrm>
        </p:spPr>
        <p:txBody>
          <a:bodyPr/>
          <a:lstStyle/>
          <a:p>
            <a:fld id="{63DCA5C9-2E11-4C67-86EB-AE1DE127DC64}" type="slidenum">
              <a:rPr lang="en-US" smtClean="0"/>
              <a:pPr/>
              <a:t>‹#›</a:t>
            </a:fld>
            <a:endParaRPr lang="en-US"/>
          </a:p>
        </p:txBody>
      </p:sp>
      <p:sp>
        <p:nvSpPr>
          <p:cNvPr id="11" name="Rectangle 10">
            <a:extLst>
              <a:ext uri="{FF2B5EF4-FFF2-40B4-BE49-F238E27FC236}">
                <a16:creationId xmlns:a16="http://schemas.microsoft.com/office/drawing/2014/main" id="{60A0F0C9-9AC1-450D-B914-82DDD3ACCAAF}"/>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7" name="Footer Placeholder 3">
            <a:extLst>
              <a:ext uri="{FF2B5EF4-FFF2-40B4-BE49-F238E27FC236}">
                <a16:creationId xmlns:a16="http://schemas.microsoft.com/office/drawing/2014/main" id="{63A93FF6-AF55-407B-B8AF-7056E04C873C}"/>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14692109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0CD7E834-427A-45D5-8947-3FF728BF26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18373328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3A17733-62EA-6940-A350-A58D7D15F1FB}"/>
              </a:ext>
            </a:extLst>
          </p:cNvPr>
          <p:cNvSpPr>
            <a:spLocks noGrp="1"/>
          </p:cNvSpPr>
          <p:nvPr>
            <p:ph type="title" hasCustomPrompt="1"/>
          </p:nvPr>
        </p:nvSpPr>
        <p:spPr>
          <a:xfrm>
            <a:off x="457200" y="457200"/>
            <a:ext cx="7434262" cy="1371600"/>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Agenda — click to edit Master title style</a:t>
            </a:r>
          </a:p>
        </p:txBody>
      </p:sp>
      <p:sp>
        <p:nvSpPr>
          <p:cNvPr id="9" name="Text Placeholder 25">
            <a:extLst>
              <a:ext uri="{FF2B5EF4-FFF2-40B4-BE49-F238E27FC236}">
                <a16:creationId xmlns:a16="http://schemas.microsoft.com/office/drawing/2014/main" id="{423B3AC3-FF6A-7E40-8C74-6C527274E56C}"/>
              </a:ext>
            </a:extLst>
          </p:cNvPr>
          <p:cNvSpPr>
            <a:spLocks noGrp="1"/>
          </p:cNvSpPr>
          <p:nvPr>
            <p:ph type="body" sz="quarter" idx="17"/>
          </p:nvPr>
        </p:nvSpPr>
        <p:spPr>
          <a:xfrm>
            <a:off x="457200" y="1828800"/>
            <a:ext cx="10287000" cy="3514725"/>
          </a:xfrm>
        </p:spPr>
        <p:txBody>
          <a:bodyPr lIns="548640" tIns="228600" rIns="228600"/>
          <a:lstStyle>
            <a:lvl1pPr marL="548640" indent="-548640">
              <a:lnSpc>
                <a:spcPct val="100000"/>
              </a:lnSpc>
              <a:spcAft>
                <a:spcPts val="2500"/>
              </a:spcAft>
              <a:buClr>
                <a:schemeClr val="tx2"/>
              </a:buClr>
              <a:buSzPct val="200000"/>
              <a:buFont typeface="+mj-lt"/>
              <a:buAutoNum type="arabicPeriod"/>
              <a:defRPr sz="1600" b="0" i="0"/>
            </a:lvl1pPr>
            <a:lvl2pPr marL="548640" indent="-548640">
              <a:spcAft>
                <a:spcPts val="2500"/>
              </a:spcAft>
              <a:buClr>
                <a:schemeClr val="tx2"/>
              </a:buClr>
              <a:buSzPct val="200000"/>
              <a:buFont typeface="+mj-lt"/>
              <a:buAutoNum type="arabicPeriod"/>
              <a:defRPr b="0">
                <a:solidFill>
                  <a:schemeClr val="tx1"/>
                </a:solidFill>
                <a:latin typeface="+mn-lt"/>
              </a:defRPr>
            </a:lvl2pPr>
            <a:lvl3pPr marL="548640" indent="-548640">
              <a:spcAft>
                <a:spcPts val="2500"/>
              </a:spcAft>
              <a:buSzPct val="200000"/>
              <a:buFont typeface="+mj-lt"/>
              <a:buAutoNum type="arabicPeriod"/>
              <a:defRPr sz="1600">
                <a:solidFill>
                  <a:schemeClr val="tx1"/>
                </a:solidFill>
              </a:defRPr>
            </a:lvl3pPr>
            <a:lvl4pPr marL="548640" indent="-548640">
              <a:spcAft>
                <a:spcPts val="2500"/>
              </a:spcAft>
              <a:buSzPct val="200000"/>
              <a:buFont typeface="+mj-lt"/>
              <a:buAutoNum type="arabicPeriod"/>
              <a:defRPr sz="1600">
                <a:solidFill>
                  <a:schemeClr val="tx1"/>
                </a:solidFill>
              </a:defRPr>
            </a:lvl4pPr>
            <a:lvl5pPr marL="548640" indent="-548640">
              <a:spcAft>
                <a:spcPts val="2500"/>
              </a:spcAft>
              <a:buSzPct val="200000"/>
              <a:buFont typeface="+mj-lt"/>
              <a:buAutoNum type="arabicPeriod"/>
              <a:defRPr sz="1600">
                <a:solidFill>
                  <a:schemeClr val="tx1"/>
                </a:solidFill>
              </a:defRPr>
            </a:lvl5pPr>
            <a:lvl6pPr marL="548640" indent="-548640">
              <a:spcAft>
                <a:spcPts val="2500"/>
              </a:spcAft>
              <a:buSzPct val="200000"/>
              <a:buFont typeface="+mj-lt"/>
              <a:buAutoNum type="arabicPeriod"/>
              <a:defRPr sz="1600">
                <a:solidFill>
                  <a:schemeClr val="tx1"/>
                </a:solidFill>
              </a:defRPr>
            </a:lvl6pPr>
            <a:lvl7pPr marL="548640" indent="-548640">
              <a:spcAft>
                <a:spcPts val="2500"/>
              </a:spcAft>
              <a:buSzPct val="200000"/>
              <a:buFont typeface="+mj-lt"/>
              <a:buAutoNum type="arabicPeriod"/>
              <a:defRPr sz="1600">
                <a:solidFill>
                  <a:schemeClr val="tx1"/>
                </a:solidFill>
              </a:defRPr>
            </a:lvl7pPr>
            <a:lvl8pPr marL="548640" indent="-548640">
              <a:spcAft>
                <a:spcPts val="2500"/>
              </a:spcAft>
              <a:buSzPct val="200000"/>
              <a:buFont typeface="+mj-lt"/>
              <a:buAutoNum type="arabicPeriod"/>
              <a:defRPr sz="1600">
                <a:solidFill>
                  <a:schemeClr val="tx1"/>
                </a:solidFill>
              </a:defRPr>
            </a:lvl8pPr>
            <a:lvl9pPr marL="548640" indent="-548640">
              <a:spcAft>
                <a:spcPts val="2500"/>
              </a:spcAft>
              <a:buSzPct val="200000"/>
              <a:buFont typeface="+mj-lt"/>
              <a:buAutoNum type="arabicPeriod"/>
              <a:defRPr sz="1600">
                <a:solidFill>
                  <a:schemeClr val="tx1"/>
                </a:solidFill>
              </a:defRPr>
            </a:lvl9pPr>
          </a:lstStyle>
          <a:p>
            <a:pPr lvl="0"/>
            <a:r>
              <a:rPr lang="en-US"/>
              <a:t>Click to edit Master text styles</a:t>
            </a:r>
          </a:p>
        </p:txBody>
      </p:sp>
      <p:pic>
        <p:nvPicPr>
          <p:cNvPr id="12" name="Picture 11">
            <a:extLst>
              <a:ext uri="{FF2B5EF4-FFF2-40B4-BE49-F238E27FC236}">
                <a16:creationId xmlns:a16="http://schemas.microsoft.com/office/drawing/2014/main" id="{8D0481BC-8CF3-454D-9E5E-36168A3AFDF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67BBABA-B53A-4DFE-A411-8A783BDC1E8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7" name="Rectangle 6">
            <a:extLst>
              <a:ext uri="{FF2B5EF4-FFF2-40B4-BE49-F238E27FC236}">
                <a16:creationId xmlns:a16="http://schemas.microsoft.com/office/drawing/2014/main" id="{C98C4414-061C-40DB-9EEB-146F2EF49BE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Footer Placeholder 3">
            <a:extLst>
              <a:ext uri="{FF2B5EF4-FFF2-40B4-BE49-F238E27FC236}">
                <a16:creationId xmlns:a16="http://schemas.microsoft.com/office/drawing/2014/main" id="{0CD7E834-427A-45D5-8947-3FF728BF26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29166319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Zoom-dual purpose">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F7CA303-9F06-4521-9775-F2D8EBA60779}"/>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7" name="Picture Placeholder 7">
            <a:extLst>
              <a:ext uri="{FF2B5EF4-FFF2-40B4-BE49-F238E27FC236}">
                <a16:creationId xmlns:a16="http://schemas.microsoft.com/office/drawing/2014/main" id="{22F72546-F4C0-E249-9BAB-A1046D5C614F}"/>
              </a:ext>
            </a:extLst>
          </p:cNvPr>
          <p:cNvSpPr>
            <a:spLocks noGrp="1"/>
          </p:cNvSpPr>
          <p:nvPr>
            <p:ph type="pic" sz="quarter" idx="12"/>
          </p:nvPr>
        </p:nvSpPr>
        <p:spPr>
          <a:xfrm>
            <a:off x="6096000" y="457200"/>
            <a:ext cx="5634038" cy="5829300"/>
          </a:xfrm>
          <a:solidFill>
            <a:schemeClr val="bg1">
              <a:lumMod val="75000"/>
            </a:schemeClr>
          </a:solidFill>
        </p:spPr>
        <p:txBody>
          <a:bodyPr tIns="2286000"/>
          <a:lstStyle>
            <a:lvl1pPr algn="ctr">
              <a:defRPr b="0" i="0"/>
            </a:lvl1pPr>
          </a:lstStyle>
          <a:p>
            <a:r>
              <a:rPr lang="en-US"/>
              <a:t>Click icon to add picture</a:t>
            </a:r>
          </a:p>
        </p:txBody>
      </p:sp>
      <p:pic>
        <p:nvPicPr>
          <p:cNvPr id="11" name="Picture 10">
            <a:extLst>
              <a:ext uri="{FF2B5EF4-FFF2-40B4-BE49-F238E27FC236}">
                <a16:creationId xmlns:a16="http://schemas.microsoft.com/office/drawing/2014/main" id="{D177DD62-FF0E-4DF1-9857-E5D803D2BA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85DF98F8-B5A9-4546-B33B-E34E6C9D205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722DFAE-1A38-4A03-B3F8-1A4E194429A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4" name="Straight Connector 13">
            <a:extLst>
              <a:ext uri="{FF2B5EF4-FFF2-40B4-BE49-F238E27FC236}">
                <a16:creationId xmlns:a16="http://schemas.microsoft.com/office/drawing/2014/main" id="{43A3CEF4-AC88-498D-AD5B-70BDA426251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7" name="Footer Placeholder 3">
            <a:extLst>
              <a:ext uri="{FF2B5EF4-FFF2-40B4-BE49-F238E27FC236}">
                <a16:creationId xmlns:a16="http://schemas.microsoft.com/office/drawing/2014/main" id="{B14AE5B6-E174-4E98-8514-25E07D37830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30449033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Zoom in/out callout">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CAAC153-FD25-4A34-8523-EA3F12FF3846}"/>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Title 1">
            <a:extLst>
              <a:ext uri="{FF2B5EF4-FFF2-40B4-BE49-F238E27FC236}">
                <a16:creationId xmlns:a16="http://schemas.microsoft.com/office/drawing/2014/main" id="{FEF6AAA5-1DD4-7042-97B8-DBA2321B05B9}"/>
              </a:ext>
            </a:extLst>
          </p:cNvPr>
          <p:cNvSpPr>
            <a:spLocks noGrp="1"/>
          </p:cNvSpPr>
          <p:nvPr>
            <p:ph type="title"/>
          </p:nvPr>
        </p:nvSpPr>
        <p:spPr>
          <a:xfrm>
            <a:off x="465138" y="457200"/>
            <a:ext cx="5516562" cy="5551487"/>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11" name="Content Placeholder 7">
            <a:extLst>
              <a:ext uri="{FF2B5EF4-FFF2-40B4-BE49-F238E27FC236}">
                <a16:creationId xmlns:a16="http://schemas.microsoft.com/office/drawing/2014/main" id="{B67E0CAE-FDEA-C145-B999-E3ED2EEF7DCB}"/>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FB0A2DBD-2C3E-466C-BADC-105A51F075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EC8168B8-3C50-438E-8409-252CA81CD310}"/>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Rectangle 7">
            <a:extLst>
              <a:ext uri="{FF2B5EF4-FFF2-40B4-BE49-F238E27FC236}">
                <a16:creationId xmlns:a16="http://schemas.microsoft.com/office/drawing/2014/main" id="{D8A43D52-A8FE-42DB-B6C3-993FFCB56D6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2" name="Straight Connector 11">
            <a:extLst>
              <a:ext uri="{FF2B5EF4-FFF2-40B4-BE49-F238E27FC236}">
                <a16:creationId xmlns:a16="http://schemas.microsoft.com/office/drawing/2014/main" id="{D91477EA-1D32-469C-BAD5-7EC065043A2B}"/>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9" name="Footer Placeholder 3">
            <a:extLst>
              <a:ext uri="{FF2B5EF4-FFF2-40B4-BE49-F238E27FC236}">
                <a16:creationId xmlns:a16="http://schemas.microsoft.com/office/drawing/2014/main" id="{963AE6BC-F12A-4C77-94B0-486EBAAAEE2A}"/>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21010280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Zoom in callout graphic">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8E1CB50-699E-427E-B551-982C8EDBF4AF}"/>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3" name="Picture 2">
            <a:extLst>
              <a:ext uri="{FF2B5EF4-FFF2-40B4-BE49-F238E27FC236}">
                <a16:creationId xmlns:a16="http://schemas.microsoft.com/office/drawing/2014/main" id="{47F573AC-3BEE-4B60-9795-422296D847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09992" y="3346682"/>
            <a:ext cx="4560203" cy="2438611"/>
          </a:xfrm>
          <a:prstGeom prst="rect">
            <a:avLst/>
          </a:prstGeom>
        </p:spPr>
      </p:pic>
      <p:sp>
        <p:nvSpPr>
          <p:cNvPr id="8" name="Text Placeholder 21">
            <a:extLst>
              <a:ext uri="{FF2B5EF4-FFF2-40B4-BE49-F238E27FC236}">
                <a16:creationId xmlns:a16="http://schemas.microsoft.com/office/drawing/2014/main" id="{AC804CF8-26B3-8F4A-9684-54A3AA410744}"/>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0" name="Title 1">
            <a:extLst>
              <a:ext uri="{FF2B5EF4-FFF2-40B4-BE49-F238E27FC236}">
                <a16:creationId xmlns:a16="http://schemas.microsoft.com/office/drawing/2014/main" id="{299F32F4-D474-AA46-9DE4-6ED26394AFEC}"/>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9" name="Content Placeholder 7">
            <a:extLst>
              <a:ext uri="{FF2B5EF4-FFF2-40B4-BE49-F238E27FC236}">
                <a16:creationId xmlns:a16="http://schemas.microsoft.com/office/drawing/2014/main" id="{F1E37254-624E-6F4B-AF11-FA2EB81EE932}"/>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9865C6DA-08B3-44E3-954D-9685DBE8279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DD483DF6-F9A6-4AB7-901D-A04C24F22E62}"/>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2" name="Rectangle 11">
            <a:extLst>
              <a:ext uri="{FF2B5EF4-FFF2-40B4-BE49-F238E27FC236}">
                <a16:creationId xmlns:a16="http://schemas.microsoft.com/office/drawing/2014/main" id="{D51058F0-0AF5-40AD-A96A-DCAE716FBBA4}"/>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17" name="Straight Connector 16">
            <a:extLst>
              <a:ext uri="{FF2B5EF4-FFF2-40B4-BE49-F238E27FC236}">
                <a16:creationId xmlns:a16="http://schemas.microsoft.com/office/drawing/2014/main" id="{A4D50D21-C984-4D0D-A8BC-684DCBCB9AC9}"/>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20" name="Footer Placeholder 3">
            <a:extLst>
              <a:ext uri="{FF2B5EF4-FFF2-40B4-BE49-F238E27FC236}">
                <a16:creationId xmlns:a16="http://schemas.microsoft.com/office/drawing/2014/main" id="{2C99C786-B618-4966-9EF9-2813527E132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86012227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Zoom in quote graphic">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3FFF7F9-28BB-4EE3-AB28-AB89F98814F7}"/>
              </a:ext>
            </a:extLst>
          </p:cNvPr>
          <p:cNvSpPr/>
          <p:nvPr userDrawn="1"/>
        </p:nvSpPr>
        <p:spPr bwMode="auto">
          <a:xfrm>
            <a:off x="457200" y="457200"/>
            <a:ext cx="11274552" cy="5833872"/>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487648CA-0A0A-4EC3-8110-60E9704A4F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71891" y="3332700"/>
            <a:ext cx="4590686" cy="2444708"/>
          </a:xfrm>
          <a:prstGeom prst="rect">
            <a:avLst/>
          </a:prstGeom>
        </p:spPr>
      </p:pic>
      <p:sp>
        <p:nvSpPr>
          <p:cNvPr id="21" name="Text Placeholder 21">
            <a:extLst>
              <a:ext uri="{FF2B5EF4-FFF2-40B4-BE49-F238E27FC236}">
                <a16:creationId xmlns:a16="http://schemas.microsoft.com/office/drawing/2014/main" id="{DE70C388-D8B3-45A3-9EC3-7AC529957E5E}"/>
              </a:ext>
            </a:extLst>
          </p:cNvPr>
          <p:cNvSpPr>
            <a:spLocks noGrp="1"/>
          </p:cNvSpPr>
          <p:nvPr>
            <p:ph type="body" sz="quarter" idx="15" hasCustomPrompt="1"/>
          </p:nvPr>
        </p:nvSpPr>
        <p:spPr>
          <a:xfrm>
            <a:off x="1257300" y="3575957"/>
            <a:ext cx="4065814" cy="1975756"/>
          </a:xfrm>
        </p:spPr>
        <p:txBody>
          <a:bodyPr lIns="228600" tIns="0" rIns="228600" anchor="ctr" anchorCtr="0"/>
          <a:lstStyle>
            <a:lvl1pPr>
              <a:lnSpc>
                <a:spcPct val="100000"/>
              </a:lnSpc>
              <a:spcAft>
                <a:spcPts val="0"/>
              </a:spcAft>
              <a:defRPr sz="1800" b="0" i="0" baseline="0">
                <a:solidFill>
                  <a:schemeClr val="tx1"/>
                </a:solidFill>
              </a:defRPr>
            </a:lvl1pPr>
            <a:lvl2pPr>
              <a:lnSpc>
                <a:spcPct val="100000"/>
              </a:lnSpc>
              <a:defRPr sz="1800" b="1">
                <a:solidFill>
                  <a:schemeClr val="tx2"/>
                </a:solidFill>
                <a:latin typeface="+mn-lt"/>
              </a:defRPr>
            </a:lvl2pPr>
            <a:lvl3pPr marL="0" indent="0">
              <a:buFontTx/>
              <a:buNone/>
              <a:defRPr sz="1800" b="1">
                <a:solidFill>
                  <a:schemeClr val="tx2"/>
                </a:solidFill>
              </a:defRPr>
            </a:lvl3pPr>
            <a:lvl4pPr marL="0" indent="0">
              <a:buFontTx/>
              <a:buNone/>
              <a:defRPr sz="1800" b="1">
                <a:solidFill>
                  <a:schemeClr val="tx2"/>
                </a:solidFill>
              </a:defRPr>
            </a:lvl4pPr>
            <a:lvl5pPr marL="0" indent="0">
              <a:buFontTx/>
              <a:buNone/>
              <a:defRPr sz="1800" b="1">
                <a:solidFill>
                  <a:schemeClr val="tx2"/>
                </a:solidFill>
              </a:defRPr>
            </a:lvl5pPr>
            <a:lvl6pPr marL="0" indent="0">
              <a:buFontTx/>
              <a:buNone/>
              <a:defRPr sz="1800" b="1">
                <a:solidFill>
                  <a:schemeClr val="tx2"/>
                </a:solidFill>
              </a:defRPr>
            </a:lvl6pPr>
            <a:lvl7pPr marL="0" indent="0">
              <a:buFontTx/>
              <a:buNone/>
              <a:defRPr sz="1800" b="1">
                <a:solidFill>
                  <a:schemeClr val="tx2"/>
                </a:solidFill>
              </a:defRPr>
            </a:lvl7pPr>
            <a:lvl8pPr marL="0" indent="0">
              <a:buFontTx/>
              <a:buNone/>
              <a:defRPr sz="1800" b="1">
                <a:solidFill>
                  <a:schemeClr val="tx2"/>
                </a:solidFill>
              </a:defRPr>
            </a:lvl8pPr>
            <a:lvl9pPr marL="0" indent="0">
              <a:buFontTx/>
              <a:buNone/>
              <a:defRPr sz="1800" b="1">
                <a:solidFill>
                  <a:schemeClr val="tx2"/>
                </a:solidFill>
              </a:defRPr>
            </a:lvl9pPr>
          </a:lstStyle>
          <a:p>
            <a:pPr lvl="0"/>
            <a:r>
              <a:rPr lang="en-US"/>
              <a:t>Click to add text</a:t>
            </a:r>
          </a:p>
        </p:txBody>
      </p:sp>
      <p:sp>
        <p:nvSpPr>
          <p:cNvPr id="19" name="Title 1">
            <a:extLst>
              <a:ext uri="{FF2B5EF4-FFF2-40B4-BE49-F238E27FC236}">
                <a16:creationId xmlns:a16="http://schemas.microsoft.com/office/drawing/2014/main" id="{034C1D9A-5144-FD41-A4E5-9D84E378FEBF}"/>
              </a:ext>
            </a:extLst>
          </p:cNvPr>
          <p:cNvSpPr>
            <a:spLocks noGrp="1"/>
          </p:cNvSpPr>
          <p:nvPr>
            <p:ph type="title"/>
          </p:nvPr>
        </p:nvSpPr>
        <p:spPr>
          <a:xfrm>
            <a:off x="465138" y="457200"/>
            <a:ext cx="5516562" cy="2824843"/>
          </a:xfrm>
        </p:spPr>
        <p:txBody>
          <a:bodyPr lIns="548640" tIns="429768" rIns="22860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9" name="Content Placeholder 7">
            <a:extLst>
              <a:ext uri="{FF2B5EF4-FFF2-40B4-BE49-F238E27FC236}">
                <a16:creationId xmlns:a16="http://schemas.microsoft.com/office/drawing/2014/main" id="{2B40B544-CE1D-6D47-804C-8797BE640EA6}"/>
              </a:ext>
            </a:extLst>
          </p:cNvPr>
          <p:cNvSpPr>
            <a:spLocks noGrp="1"/>
          </p:cNvSpPr>
          <p:nvPr>
            <p:ph sz="quarter" idx="13"/>
          </p:nvPr>
        </p:nvSpPr>
        <p:spPr>
          <a:xfrm>
            <a:off x="6858000" y="1050925"/>
            <a:ext cx="4251325" cy="4957763"/>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4E1BDC4F-516D-4B73-AB7F-B44D2AA4956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34391273-6B4B-44F6-ACE6-FC902A60F4C4}"/>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3" name="Rectangle 12">
            <a:extLst>
              <a:ext uri="{FF2B5EF4-FFF2-40B4-BE49-F238E27FC236}">
                <a16:creationId xmlns:a16="http://schemas.microsoft.com/office/drawing/2014/main" id="{2356B187-B2DC-4535-B1D2-17215FDBBFB9}"/>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cxnSp>
        <p:nvCxnSpPr>
          <p:cNvPr id="22" name="Straight Connector 21">
            <a:extLst>
              <a:ext uri="{FF2B5EF4-FFF2-40B4-BE49-F238E27FC236}">
                <a16:creationId xmlns:a16="http://schemas.microsoft.com/office/drawing/2014/main" id="{F2DF66EA-FE11-402A-A09E-CB414D18E2C4}"/>
              </a:ext>
            </a:extLst>
          </p:cNvPr>
          <p:cNvCxnSpPr/>
          <p:nvPr userDrawn="1"/>
        </p:nvCxnSpPr>
        <p:spPr>
          <a:xfrm>
            <a:off x="6096000" y="457200"/>
            <a:ext cx="0" cy="5829300"/>
          </a:xfrm>
          <a:prstGeom prst="line">
            <a:avLst/>
          </a:prstGeom>
          <a:ln w="12700">
            <a:solidFill>
              <a:srgbClr val="E6E6E6"/>
            </a:solidFill>
          </a:ln>
        </p:spPr>
        <p:style>
          <a:lnRef idx="1">
            <a:schemeClr val="accent1"/>
          </a:lnRef>
          <a:fillRef idx="0">
            <a:schemeClr val="accent1"/>
          </a:fillRef>
          <a:effectRef idx="0">
            <a:schemeClr val="accent1"/>
          </a:effectRef>
          <a:fontRef idx="minor">
            <a:schemeClr val="tx1"/>
          </a:fontRef>
        </p:style>
      </p:cxnSp>
      <p:sp>
        <p:nvSpPr>
          <p:cNvPr id="17" name="Footer Placeholder 3">
            <a:extLst>
              <a:ext uri="{FF2B5EF4-FFF2-40B4-BE49-F238E27FC236}">
                <a16:creationId xmlns:a16="http://schemas.microsoft.com/office/drawing/2014/main" id="{652D4119-7E6E-49DD-AA85-7B6BAD8F678C}"/>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69302240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1col ">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hasCustomPrompt="1"/>
          </p:nvPr>
        </p:nvSpPr>
        <p:spPr>
          <a:xfrm>
            <a:off x="457199" y="164592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14" name="Rectangle 13">
            <a:extLst>
              <a:ext uri="{FF2B5EF4-FFF2-40B4-BE49-F238E27FC236}">
                <a16:creationId xmlns:a16="http://schemas.microsoft.com/office/drawing/2014/main" id="{657D2A46-9974-4E5B-B02D-C5B430D34E12}"/>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8" name="Footer Placeholder 3">
            <a:extLst>
              <a:ext uri="{FF2B5EF4-FFF2-40B4-BE49-F238E27FC236}">
                <a16:creationId xmlns:a16="http://schemas.microsoft.com/office/drawing/2014/main" id="{EAF8EE5C-E89D-430F-A314-70840000BBD2}"/>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43115245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1col_2 line headlin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E0816A-A18F-4FA0-84A3-052FE1DE205D}"/>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5" name="Rectangle 14">
            <a:extLst>
              <a:ext uri="{FF2B5EF4-FFF2-40B4-BE49-F238E27FC236}">
                <a16:creationId xmlns:a16="http://schemas.microsoft.com/office/drawing/2014/main" id="{50028726-36A9-4D68-AE5A-99DDB1E396C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2" name="Picture 11">
            <a:extLst>
              <a:ext uri="{FF2B5EF4-FFF2-40B4-BE49-F238E27FC236}">
                <a16:creationId xmlns:a16="http://schemas.microsoft.com/office/drawing/2014/main" id="{F9CB4D68-4B51-4D61-9A53-702C3163D2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C961B5C2-8E9B-4DD0-BCE9-BC0465E93ED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a:t>
            </a:fld>
            <a:endParaRPr lang="en-US"/>
          </a:p>
        </p:txBody>
      </p:sp>
      <p:sp>
        <p:nvSpPr>
          <p:cNvPr id="8" name="Title 8">
            <a:extLst>
              <a:ext uri="{FF2B5EF4-FFF2-40B4-BE49-F238E27FC236}">
                <a16:creationId xmlns:a16="http://schemas.microsoft.com/office/drawing/2014/main" id="{1FADA34C-ABB2-4812-A4FE-3F09B5A82D8F}"/>
              </a:ext>
            </a:extLst>
          </p:cNvPr>
          <p:cNvSpPr>
            <a:spLocks noGrp="1"/>
          </p:cNvSpPr>
          <p:nvPr>
            <p:ph type="title" hasCustomPrompt="1"/>
          </p:nvPr>
        </p:nvSpPr>
        <p:spPr>
          <a:xfrm>
            <a:off x="457200" y="457199"/>
            <a:ext cx="11261723" cy="784226"/>
          </a:xfrm>
        </p:spPr>
        <p:txBody>
          <a:bodyPr rIns="0"/>
          <a:lstStyle>
            <a:lvl1pPr>
              <a:defRPr/>
            </a:lvl1pPr>
          </a:lstStyle>
          <a:p>
            <a:r>
              <a:rPr lang="en-US"/>
              <a:t>Click to edit Master title style</a:t>
            </a:r>
            <a:br>
              <a:rPr lang="en-US"/>
            </a:br>
            <a:r>
              <a:rPr lang="en-US"/>
              <a:t>two lines option</a:t>
            </a:r>
          </a:p>
        </p:txBody>
      </p:sp>
      <p:sp>
        <p:nvSpPr>
          <p:cNvPr id="14" name="Text Placeholder 25">
            <a:extLst>
              <a:ext uri="{FF2B5EF4-FFF2-40B4-BE49-F238E27FC236}">
                <a16:creationId xmlns:a16="http://schemas.microsoft.com/office/drawing/2014/main" id="{24D67745-6C65-463F-BC80-C2616D3736AB}"/>
              </a:ext>
            </a:extLst>
          </p:cNvPr>
          <p:cNvSpPr>
            <a:spLocks noGrp="1"/>
          </p:cNvSpPr>
          <p:nvPr>
            <p:ph type="body" sz="quarter" idx="17" hasCustomPrompt="1"/>
          </p:nvPr>
        </p:nvSpPr>
        <p:spPr>
          <a:xfrm>
            <a:off x="457200" y="133178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0" name="Content Placeholder 2">
            <a:extLst>
              <a:ext uri="{FF2B5EF4-FFF2-40B4-BE49-F238E27FC236}">
                <a16:creationId xmlns:a16="http://schemas.microsoft.com/office/drawing/2014/main" id="{936B0218-4226-44D7-A283-EC6A35A8D836}"/>
              </a:ext>
            </a:extLst>
          </p:cNvPr>
          <p:cNvSpPr>
            <a:spLocks noGrp="1"/>
          </p:cNvSpPr>
          <p:nvPr>
            <p:ph sz="quarter" idx="19" hasCustomPrompt="1"/>
          </p:nvPr>
        </p:nvSpPr>
        <p:spPr>
          <a:xfrm>
            <a:off x="457199" y="1828800"/>
            <a:ext cx="11247120" cy="4179888"/>
          </a:xfrm>
        </p:spPr>
        <p:txBody>
          <a:bodyPr tIns="0" rIns="2286000"/>
          <a:lstStyle>
            <a:lvl3pPr>
              <a:defRPr sz="1600"/>
            </a:lvl3pPr>
            <a:lvl4pPr>
              <a:defRPr sz="1400"/>
            </a:lvl4pPr>
            <a:lvl5pPr>
              <a:defRPr sz="1200"/>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a:p>
            <a:pPr lvl="4"/>
            <a:endParaRPr lang="en-US"/>
          </a:p>
        </p:txBody>
      </p:sp>
      <p:sp>
        <p:nvSpPr>
          <p:cNvPr id="18" name="Footer Placeholder 3">
            <a:extLst>
              <a:ext uri="{FF2B5EF4-FFF2-40B4-BE49-F238E27FC236}">
                <a16:creationId xmlns:a16="http://schemas.microsoft.com/office/drawing/2014/main" id="{2445B21F-C7DD-48DB-BE7F-D043EDA4CBB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30682499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1col_breadcrumb">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8D0E5-8D0D-4B70-B9DE-1632BE6DC5DA}"/>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B09E4ECF-32D1-4129-AAB6-26C1F6BAC85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0" name="Text Placeholder 25">
            <a:extLst>
              <a:ext uri="{FF2B5EF4-FFF2-40B4-BE49-F238E27FC236}">
                <a16:creationId xmlns:a16="http://schemas.microsoft.com/office/drawing/2014/main" id="{361F0B8B-F383-5648-840E-3CFCED05616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B0B919C9-B9AD-524C-B36A-104779C34B6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3" name="Content Placeholder 2">
            <a:extLst>
              <a:ext uri="{FF2B5EF4-FFF2-40B4-BE49-F238E27FC236}">
                <a16:creationId xmlns:a16="http://schemas.microsoft.com/office/drawing/2014/main" id="{C2F043B3-7271-2743-8B55-2D3661E53CB4}"/>
              </a:ext>
            </a:extLst>
          </p:cNvPr>
          <p:cNvSpPr>
            <a:spLocks noGrp="1"/>
          </p:cNvSpPr>
          <p:nvPr>
            <p:ph sz="quarter" idx="19"/>
          </p:nvPr>
        </p:nvSpPr>
        <p:spPr>
          <a:xfrm>
            <a:off x="457200" y="1645920"/>
            <a:ext cx="11247120" cy="4179888"/>
          </a:xfrm>
        </p:spPr>
        <p:txBody>
          <a:bodyPr rIns="228600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5">
            <a:extLst>
              <a:ext uri="{FF2B5EF4-FFF2-40B4-BE49-F238E27FC236}">
                <a16:creationId xmlns:a16="http://schemas.microsoft.com/office/drawing/2014/main" id="{47E6DB96-29A5-457D-BE4F-4D334C5441E9}"/>
              </a:ext>
            </a:extLst>
          </p:cNvPr>
          <p:cNvSpPr>
            <a:spLocks noGrp="1"/>
          </p:cNvSpPr>
          <p:nvPr>
            <p:ph type="body" sz="quarter" idx="18" hasCustomPrompt="1"/>
          </p:nvPr>
        </p:nvSpPr>
        <p:spPr>
          <a:xfrm>
            <a:off x="9528560" y="4074"/>
            <a:ext cx="2663439" cy="262143"/>
          </a:xfrm>
          <a:solidFill>
            <a:schemeClr val="accent1"/>
          </a:solidFill>
        </p:spPr>
        <p:txBody>
          <a:bodyPr tIns="0" rIns="0" anchor="ctr" anchorCtr="0">
            <a:normAutofit/>
          </a:bodyPr>
          <a:lstStyle>
            <a:lvl1pPr algn="ctr">
              <a:lnSpc>
                <a:spcPct val="100000"/>
              </a:lnSpc>
              <a:spcAft>
                <a:spcPts val="0"/>
              </a:spcAft>
              <a:defRPr sz="1000" b="0" i="0">
                <a:solidFill>
                  <a:schemeClr val="bg1"/>
                </a:solidFill>
              </a:defRPr>
            </a:lvl1pPr>
            <a:lvl2pPr algn="ctr">
              <a:defRPr sz="900" b="0">
                <a:solidFill>
                  <a:schemeClr val="bg1"/>
                </a:solidFill>
                <a:latin typeface="+mn-lt"/>
              </a:defRPr>
            </a:lvl2pPr>
            <a:lvl3pPr marL="0" indent="0" algn="ctr">
              <a:buFontTx/>
              <a:buNone/>
              <a:defRPr sz="900">
                <a:solidFill>
                  <a:schemeClr val="bg1"/>
                </a:solidFill>
              </a:defRPr>
            </a:lvl3pPr>
            <a:lvl4pPr marL="0" indent="0" algn="ctr">
              <a:buFontTx/>
              <a:buNone/>
              <a:defRPr sz="900">
                <a:solidFill>
                  <a:schemeClr val="bg1"/>
                </a:solidFill>
              </a:defRPr>
            </a:lvl4pPr>
            <a:lvl5pPr marL="0" indent="0" algn="ctr">
              <a:buFontTx/>
              <a:buNone/>
              <a:defRPr sz="900">
                <a:solidFill>
                  <a:schemeClr val="bg1"/>
                </a:solidFill>
              </a:defRPr>
            </a:lvl5pPr>
            <a:lvl6pPr marL="0" indent="0" algn="ctr">
              <a:buFontTx/>
              <a:buNone/>
              <a:defRPr sz="900">
                <a:solidFill>
                  <a:schemeClr val="bg1"/>
                </a:solidFill>
              </a:defRPr>
            </a:lvl6pPr>
            <a:lvl7pPr marL="0" indent="0" algn="ctr">
              <a:buFontTx/>
              <a:buNone/>
              <a:defRPr sz="900">
                <a:solidFill>
                  <a:schemeClr val="bg1"/>
                </a:solidFill>
              </a:defRPr>
            </a:lvl7pPr>
            <a:lvl8pPr marL="0" indent="0" algn="ctr">
              <a:buFontTx/>
              <a:buNone/>
              <a:defRPr sz="900">
                <a:solidFill>
                  <a:schemeClr val="bg1"/>
                </a:solidFill>
              </a:defRPr>
            </a:lvl8pPr>
            <a:lvl9pPr marL="0" indent="0" algn="ctr">
              <a:buFontTx/>
              <a:buNone/>
              <a:defRPr sz="900">
                <a:solidFill>
                  <a:schemeClr val="bg1"/>
                </a:solidFill>
              </a:defRPr>
            </a:lvl9pPr>
          </a:lstStyle>
          <a:p>
            <a:pPr lvl="0"/>
            <a:r>
              <a:rPr lang="en-US"/>
              <a:t>Click to add text</a:t>
            </a:r>
          </a:p>
        </p:txBody>
      </p:sp>
      <p:pic>
        <p:nvPicPr>
          <p:cNvPr id="13" name="Picture 12">
            <a:extLst>
              <a:ext uri="{FF2B5EF4-FFF2-40B4-BE49-F238E27FC236}">
                <a16:creationId xmlns:a16="http://schemas.microsoft.com/office/drawing/2014/main" id="{DFF7D67B-5441-438D-92F3-295655C38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C91D8D77-9F41-4E40-97A2-73FD8864C684}"/>
              </a:ext>
            </a:extLst>
          </p:cNvPr>
          <p:cNvSpPr>
            <a:spLocks noGrp="1"/>
          </p:cNvSpPr>
          <p:nvPr>
            <p:ph type="sldNum" sz="quarter" idx="20"/>
          </p:nvPr>
        </p:nvSpPr>
        <p:spPr>
          <a:xfrm>
            <a:off x="11427675" y="6437376"/>
            <a:ext cx="306387" cy="208758"/>
          </a:xfrm>
        </p:spPr>
        <p:txBody>
          <a:bodyPr/>
          <a:lstStyle/>
          <a:p>
            <a:fld id="{63DCA5C9-2E11-4C67-86EB-AE1DE127DC64}" type="slidenum">
              <a:rPr lang="en-US" smtClean="0"/>
              <a:pPr/>
              <a:t>‹#›</a:t>
            </a:fld>
            <a:endParaRPr lang="en-US"/>
          </a:p>
        </p:txBody>
      </p:sp>
      <p:sp>
        <p:nvSpPr>
          <p:cNvPr id="17" name="Footer Placeholder 3">
            <a:extLst>
              <a:ext uri="{FF2B5EF4-FFF2-40B4-BE49-F238E27FC236}">
                <a16:creationId xmlns:a16="http://schemas.microsoft.com/office/drawing/2014/main" id="{A769ECE2-5726-4458-A909-3195D6A95DC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69925034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2col">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1622B17-C39D-4AD6-AB7D-AA8EC154593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9120953D-DF34-4108-B972-BD5EE2AF2B0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Content Placeholder 4">
            <a:extLst>
              <a:ext uri="{FF2B5EF4-FFF2-40B4-BE49-F238E27FC236}">
                <a16:creationId xmlns:a16="http://schemas.microsoft.com/office/drawing/2014/main" id="{33EB6DAB-F115-1E4D-92B8-863DEEC7C63A}"/>
              </a:ext>
            </a:extLst>
          </p:cNvPr>
          <p:cNvSpPr>
            <a:spLocks noGrp="1"/>
          </p:cNvSpPr>
          <p:nvPr>
            <p:ph sz="quarter" idx="19"/>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DF9E4E54-38A0-7A4A-9C7A-DE9895AD53EA}"/>
              </a:ext>
            </a:extLst>
          </p:cNvPr>
          <p:cNvSpPr>
            <a:spLocks noGrp="1"/>
          </p:cNvSpPr>
          <p:nvPr>
            <p:ph sz="quarter" idx="20"/>
          </p:nvPr>
        </p:nvSpPr>
        <p:spPr>
          <a:xfrm>
            <a:off x="6230507"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1CDC242F-151A-4C8D-983F-5B17C0733E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6" name="Slide Number Placeholder 1">
            <a:extLst>
              <a:ext uri="{FF2B5EF4-FFF2-40B4-BE49-F238E27FC236}">
                <a16:creationId xmlns:a16="http://schemas.microsoft.com/office/drawing/2014/main" id="{F3241DAD-93F1-46FE-B3D5-B78ABEFB31D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Text Placeholder 25">
            <a:extLst>
              <a:ext uri="{FF2B5EF4-FFF2-40B4-BE49-F238E27FC236}">
                <a16:creationId xmlns:a16="http://schemas.microsoft.com/office/drawing/2014/main" id="{EE945B9D-809E-438C-84C6-7C541ABECC85}"/>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8" name="Title 15">
            <a:extLst>
              <a:ext uri="{FF2B5EF4-FFF2-40B4-BE49-F238E27FC236}">
                <a16:creationId xmlns:a16="http://schemas.microsoft.com/office/drawing/2014/main" id="{192EF0A7-775E-433D-B066-FC8FE0DA8C43}"/>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20" name="Footer Placeholder 3">
            <a:extLst>
              <a:ext uri="{FF2B5EF4-FFF2-40B4-BE49-F238E27FC236}">
                <a16:creationId xmlns:a16="http://schemas.microsoft.com/office/drawing/2014/main" id="{01E39D94-222B-4368-8F62-68F15DD6C5B9}"/>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43873465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2col callout">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880629-F8B8-489E-A159-E5F2045264A6}"/>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D133D475-15EB-4023-8710-9FDCD54EC6C7}"/>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210302" y="1645920"/>
            <a:ext cx="5524498" cy="4210503"/>
          </a:xfrm>
        </p:spPr>
        <p:txBody>
          <a:bodyPr tIns="0" rIns="0" anchor="t" anchorCtr="0"/>
          <a:lstStyle>
            <a:lvl1pPr>
              <a:lnSpc>
                <a:spcPct val="100000"/>
              </a:lnSpc>
              <a:spcAft>
                <a:spcPts val="0"/>
              </a:spcAft>
              <a:defRPr sz="2000" b="0" i="0" baseline="0">
                <a:solidFill>
                  <a:schemeClr val="tx2"/>
                </a:solidFill>
              </a:defRPr>
            </a:lvl1pPr>
            <a:lvl2pPr>
              <a:lnSpc>
                <a:spcPct val="100000"/>
              </a:lnSpc>
              <a:defRPr sz="1800" b="0">
                <a:solidFill>
                  <a:schemeClr val="tx2"/>
                </a:solidFill>
                <a:latin typeface="+mn-lt"/>
              </a:defRPr>
            </a:lvl2pPr>
            <a:lvl3pPr marL="0" indent="0">
              <a:buFontTx/>
              <a:buNone/>
              <a:defRPr sz="1800">
                <a:solidFill>
                  <a:schemeClr val="tx2"/>
                </a:solidFill>
              </a:defRPr>
            </a:lvl3pPr>
            <a:lvl4pPr marL="0" indent="0">
              <a:buFontTx/>
              <a:buNone/>
              <a:defRPr sz="1800">
                <a:solidFill>
                  <a:schemeClr val="tx2"/>
                </a:solidFill>
              </a:defRPr>
            </a:lvl4pPr>
            <a:lvl5pPr marL="0" indent="0">
              <a:buFontTx/>
              <a:buNone/>
              <a:defRPr sz="1800">
                <a:solidFill>
                  <a:schemeClr val="tx2"/>
                </a:solidFill>
              </a:defRPr>
            </a:lvl5pPr>
            <a:lvl6pPr marL="0" indent="0">
              <a:buFontTx/>
              <a:buNone/>
              <a:defRPr sz="1800">
                <a:solidFill>
                  <a:schemeClr val="tx2"/>
                </a:solidFill>
              </a:defRPr>
            </a:lvl6pPr>
            <a:lvl7pPr marL="0" indent="0">
              <a:buFontTx/>
              <a:buNone/>
              <a:defRPr sz="1800">
                <a:solidFill>
                  <a:schemeClr val="tx2"/>
                </a:solidFill>
              </a:defRPr>
            </a:lvl7pPr>
            <a:lvl8pPr marL="0" indent="0">
              <a:buFontTx/>
              <a:buNone/>
              <a:defRPr sz="1800">
                <a:solidFill>
                  <a:schemeClr val="tx2"/>
                </a:solidFill>
              </a:defRPr>
            </a:lvl8pPr>
            <a:lvl9pPr marL="0" indent="0">
              <a:buFontTx/>
              <a:buNone/>
              <a:defRPr sz="1800">
                <a:solidFill>
                  <a:schemeClr val="tx2"/>
                </a:solidFill>
              </a:defRPr>
            </a:lvl9pPr>
          </a:lstStyle>
          <a:p>
            <a:pPr lvl="0"/>
            <a:r>
              <a:rPr lang="en-US"/>
              <a:t>Click to add text</a:t>
            </a:r>
          </a:p>
        </p:txBody>
      </p:sp>
      <p:sp>
        <p:nvSpPr>
          <p:cNvPr id="13" name="Content Placeholder 4">
            <a:extLst>
              <a:ext uri="{FF2B5EF4-FFF2-40B4-BE49-F238E27FC236}">
                <a16:creationId xmlns:a16="http://schemas.microsoft.com/office/drawing/2014/main" id="{4ED40494-5301-0642-8668-76D3D0C38C1B}"/>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1D3B7971-BF2E-4C20-8A08-5E8E498DB7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005C84A1-34FA-4896-9E64-219EE97225F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7C5CFC39-B415-4875-B677-A9F917753A7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8B6226B5-5566-4E14-9F71-9B9C76DCB9A9}"/>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4" name="Footer Placeholder 3">
            <a:extLst>
              <a:ext uri="{FF2B5EF4-FFF2-40B4-BE49-F238E27FC236}">
                <a16:creationId xmlns:a16="http://schemas.microsoft.com/office/drawing/2014/main" id="{E5E3A0A4-0C98-414D-A666-5B7DAEEC5136}"/>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26138918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2col quote graphic">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43AA13-BC7D-453C-8E7F-CD121517288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pic>
        <p:nvPicPr>
          <p:cNvPr id="20" name="Picture 19">
            <a:extLst>
              <a:ext uri="{FF2B5EF4-FFF2-40B4-BE49-F238E27FC236}">
                <a16:creationId xmlns:a16="http://schemas.microsoft.com/office/drawing/2014/main" id="{88E88A76-56D1-473A-947D-D7281F65A1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43602" y="2152650"/>
            <a:ext cx="5151193" cy="2743199"/>
          </a:xfrm>
          <a:prstGeom prst="rect">
            <a:avLst/>
          </a:prstGeom>
        </p:spPr>
      </p:pic>
      <p:sp>
        <p:nvSpPr>
          <p:cNvPr id="11" name="Text Placeholder 21">
            <a:extLst>
              <a:ext uri="{FF2B5EF4-FFF2-40B4-BE49-F238E27FC236}">
                <a16:creationId xmlns:a16="http://schemas.microsoft.com/office/drawing/2014/main" id="{1F962C8B-E6B1-AF47-903B-DBEFAD819272}"/>
              </a:ext>
            </a:extLst>
          </p:cNvPr>
          <p:cNvSpPr>
            <a:spLocks noGrp="1"/>
          </p:cNvSpPr>
          <p:nvPr>
            <p:ph type="body" sz="quarter" idx="19" hasCustomPrompt="1"/>
          </p:nvPr>
        </p:nvSpPr>
        <p:spPr>
          <a:xfrm>
            <a:off x="6844552" y="2420471"/>
            <a:ext cx="4583123" cy="2208679"/>
          </a:xfrm>
        </p:spPr>
        <p:txBody>
          <a:bodyPr lIns="182880" tIns="137160" rIns="182880" bIns="182880" anchor="t" anchorCtr="0">
            <a:normAutofit/>
          </a:bodyPr>
          <a:lstStyle>
            <a:lvl1pPr>
              <a:lnSpc>
                <a:spcPct val="100000"/>
              </a:lnSpc>
              <a:spcAft>
                <a:spcPts val="1200"/>
              </a:spcAft>
              <a:defRPr sz="1800" b="0" i="0" baseline="0">
                <a:solidFill>
                  <a:schemeClr val="tx1"/>
                </a:solidFill>
              </a:defRPr>
            </a:lvl1pPr>
            <a:lvl2pPr>
              <a:lnSpc>
                <a:spcPct val="100000"/>
              </a:lnSpc>
              <a:defRPr sz="1000" b="0" i="0">
                <a:solidFill>
                  <a:schemeClr val="tx1"/>
                </a:solidFill>
                <a:latin typeface="+mn-lt"/>
              </a:defRPr>
            </a:lvl2pPr>
            <a:lvl3pPr marL="0" indent="0">
              <a:buFontTx/>
              <a:buNone/>
              <a:defRPr sz="1000" b="0" i="0">
                <a:solidFill>
                  <a:schemeClr val="tx1"/>
                </a:solidFill>
              </a:defRPr>
            </a:lvl3pPr>
            <a:lvl4pPr marL="0" indent="0">
              <a:buFontTx/>
              <a:buNone/>
              <a:defRPr sz="1000">
                <a:solidFill>
                  <a:schemeClr val="tx1"/>
                </a:solidFill>
              </a:defRPr>
            </a:lvl4pPr>
            <a:lvl5pPr marL="0" indent="0">
              <a:buFontTx/>
              <a:buNone/>
              <a:defRPr sz="1000">
                <a:solidFill>
                  <a:schemeClr val="tx1"/>
                </a:solidFill>
              </a:defRPr>
            </a:lvl5pPr>
            <a:lvl6pPr marL="0" indent="0">
              <a:buFontTx/>
              <a:buNone/>
              <a:defRPr sz="1000">
                <a:solidFill>
                  <a:schemeClr val="tx1"/>
                </a:solidFill>
              </a:defRPr>
            </a:lvl6pPr>
            <a:lvl7pPr marL="0" indent="0">
              <a:buFontTx/>
              <a:buNone/>
              <a:defRPr sz="1000">
                <a:solidFill>
                  <a:schemeClr val="tx1"/>
                </a:solidFill>
              </a:defRPr>
            </a:lvl7pPr>
            <a:lvl8pPr marL="0" indent="0">
              <a:buFontTx/>
              <a:buNone/>
              <a:defRPr sz="1000">
                <a:solidFill>
                  <a:schemeClr val="tx1"/>
                </a:solidFill>
              </a:defRPr>
            </a:lvl8pPr>
            <a:lvl9pPr marL="0" indent="0">
              <a:buFontTx/>
              <a:buNone/>
              <a:defRPr sz="1000">
                <a:solidFill>
                  <a:schemeClr val="tx1"/>
                </a:solidFill>
              </a:defRPr>
            </a:lvl9pPr>
          </a:lstStyle>
          <a:p>
            <a:pPr lvl="0"/>
            <a:r>
              <a:rPr lang="en-US"/>
              <a:t>Click to add text</a:t>
            </a:r>
          </a:p>
        </p:txBody>
      </p:sp>
      <p:sp>
        <p:nvSpPr>
          <p:cNvPr id="13" name="Content Placeholder 4">
            <a:extLst>
              <a:ext uri="{FF2B5EF4-FFF2-40B4-BE49-F238E27FC236}">
                <a16:creationId xmlns:a16="http://schemas.microsoft.com/office/drawing/2014/main" id="{3F838A0E-9C6D-5749-8DE7-F50D37E7135A}"/>
              </a:ext>
            </a:extLst>
          </p:cNvPr>
          <p:cNvSpPr>
            <a:spLocks noGrp="1"/>
          </p:cNvSpPr>
          <p:nvPr>
            <p:ph sz="quarter" idx="20"/>
          </p:nvPr>
        </p:nvSpPr>
        <p:spPr>
          <a:xfrm>
            <a:off x="457200" y="1645920"/>
            <a:ext cx="55165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D0FBA4F3-2BF8-460E-975E-79EFD6A469E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7" name="Slide Number Placeholder 1">
            <a:extLst>
              <a:ext uri="{FF2B5EF4-FFF2-40B4-BE49-F238E27FC236}">
                <a16:creationId xmlns:a16="http://schemas.microsoft.com/office/drawing/2014/main" id="{A9082F09-215D-462F-8AE2-AF4850E331BE}"/>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8" name="Text Placeholder 25">
            <a:extLst>
              <a:ext uri="{FF2B5EF4-FFF2-40B4-BE49-F238E27FC236}">
                <a16:creationId xmlns:a16="http://schemas.microsoft.com/office/drawing/2014/main" id="{CED792D8-BB5D-46B3-B111-23EE8EFC8396}"/>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9" name="Title 15">
            <a:extLst>
              <a:ext uri="{FF2B5EF4-FFF2-40B4-BE49-F238E27FC236}">
                <a16:creationId xmlns:a16="http://schemas.microsoft.com/office/drawing/2014/main" id="{CF8D1FD5-9821-4E87-9D22-2822EA104D6A}"/>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0" name="Rectangle 9">
            <a:extLst>
              <a:ext uri="{FF2B5EF4-FFF2-40B4-BE49-F238E27FC236}">
                <a16:creationId xmlns:a16="http://schemas.microsoft.com/office/drawing/2014/main" id="{62CC7B06-2344-4D79-BA63-F5B8FB6BDC38}"/>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22" name="Footer Placeholder 3">
            <a:extLst>
              <a:ext uri="{FF2B5EF4-FFF2-40B4-BE49-F238E27FC236}">
                <a16:creationId xmlns:a16="http://schemas.microsoft.com/office/drawing/2014/main" id="{31EFC822-E189-497F-815B-DF5497A5466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82269265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2col imag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D29D68-3A09-43C3-8F93-53801A9E802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C4C4004A-BAE4-44BC-A324-2D30F5B3B59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0" y="0"/>
            <a:ext cx="6096000" cy="6286500"/>
          </a:xfrm>
          <a:solidFill>
            <a:schemeClr val="bg1">
              <a:lumMod val="75000"/>
            </a:schemeClr>
          </a:solidFill>
        </p:spPr>
        <p:txBody>
          <a:bodyPr tIns="2560320"/>
          <a:lstStyle>
            <a:lvl1pPr algn="ctr">
              <a:defRPr b="0" i="0"/>
            </a:lvl1pPr>
          </a:lstStyle>
          <a:p>
            <a:r>
              <a:rPr lang="en-US"/>
              <a:t>Click icon to add picture</a:t>
            </a:r>
          </a:p>
        </p:txBody>
      </p:sp>
      <p:sp>
        <p:nvSpPr>
          <p:cNvPr id="11" name="Content Placeholder 4">
            <a:extLst>
              <a:ext uri="{FF2B5EF4-FFF2-40B4-BE49-F238E27FC236}">
                <a16:creationId xmlns:a16="http://schemas.microsoft.com/office/drawing/2014/main" id="{207FC60C-7DF0-B74A-B2EE-03F1DFEC3C7D}"/>
              </a:ext>
            </a:extLst>
          </p:cNvPr>
          <p:cNvSpPr>
            <a:spLocks noGrp="1"/>
          </p:cNvSpPr>
          <p:nvPr>
            <p:ph sz="quarter" idx="19"/>
          </p:nvPr>
        </p:nvSpPr>
        <p:spPr>
          <a:xfrm>
            <a:off x="6320117" y="1828800"/>
            <a:ext cx="5413943"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F4BB6C34-EF86-49E6-AEF2-C7F05BD9DB6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9" name="Slide Number Placeholder 1">
            <a:extLst>
              <a:ext uri="{FF2B5EF4-FFF2-40B4-BE49-F238E27FC236}">
                <a16:creationId xmlns:a16="http://schemas.microsoft.com/office/drawing/2014/main" id="{A439155B-AD52-42E7-A425-EA7250CFBE5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22" name="Text Placeholder 25">
            <a:extLst>
              <a:ext uri="{FF2B5EF4-FFF2-40B4-BE49-F238E27FC236}">
                <a16:creationId xmlns:a16="http://schemas.microsoft.com/office/drawing/2014/main" id="{AAC117CE-F2A7-4C1A-AF9A-EDE055E522BC}"/>
              </a:ext>
            </a:extLst>
          </p:cNvPr>
          <p:cNvSpPr>
            <a:spLocks noGrp="1"/>
          </p:cNvSpPr>
          <p:nvPr>
            <p:ph type="body" sz="quarter" idx="17" hasCustomPrompt="1"/>
          </p:nvPr>
        </p:nvSpPr>
        <p:spPr>
          <a:xfrm>
            <a:off x="6319978" y="1344168"/>
            <a:ext cx="5384342"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3" name="Title 15">
            <a:extLst>
              <a:ext uri="{FF2B5EF4-FFF2-40B4-BE49-F238E27FC236}">
                <a16:creationId xmlns:a16="http://schemas.microsoft.com/office/drawing/2014/main" id="{10433174-55DF-47EB-96A0-B862D3A869BA}"/>
              </a:ext>
            </a:extLst>
          </p:cNvPr>
          <p:cNvSpPr>
            <a:spLocks noGrp="1"/>
          </p:cNvSpPr>
          <p:nvPr>
            <p:ph type="title"/>
          </p:nvPr>
        </p:nvSpPr>
        <p:spPr>
          <a:xfrm>
            <a:off x="6319978" y="457199"/>
            <a:ext cx="5384342" cy="786384"/>
          </a:xfrm>
        </p:spPr>
        <p:txBody>
          <a:bodyPr rIns="0"/>
          <a:lstStyle/>
          <a:p>
            <a:r>
              <a:rPr lang="en-US"/>
              <a:t>Click to edit Master title style</a:t>
            </a:r>
          </a:p>
        </p:txBody>
      </p:sp>
      <p:sp>
        <p:nvSpPr>
          <p:cNvPr id="13" name="Footer Placeholder 3">
            <a:extLst>
              <a:ext uri="{FF2B5EF4-FFF2-40B4-BE49-F238E27FC236}">
                <a16:creationId xmlns:a16="http://schemas.microsoft.com/office/drawing/2014/main" id="{73503032-DA64-44FB-88F6-69F8994B6D6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48860139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2/3 image">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CC3C6E-EE89-434A-973C-DFF0598D6477}"/>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2" name="Rectangle 11">
            <a:extLst>
              <a:ext uri="{FF2B5EF4-FFF2-40B4-BE49-F238E27FC236}">
                <a16:creationId xmlns:a16="http://schemas.microsoft.com/office/drawing/2014/main" id="{A64E2AFB-53E9-4FD6-88F0-8ED0A5EBCD8E}"/>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3" name="Title 2">
            <a:extLst>
              <a:ext uri="{FF2B5EF4-FFF2-40B4-BE49-F238E27FC236}">
                <a16:creationId xmlns:a16="http://schemas.microsoft.com/office/drawing/2014/main" id="{CA1149F1-49B3-C542-803F-D3D2F88402E7}"/>
              </a:ext>
            </a:extLst>
          </p:cNvPr>
          <p:cNvSpPr>
            <a:spLocks noGrp="1"/>
          </p:cNvSpPr>
          <p:nvPr>
            <p:ph type="title"/>
          </p:nvPr>
        </p:nvSpPr>
        <p:spPr>
          <a:xfrm>
            <a:off x="457200" y="457199"/>
            <a:ext cx="3599966" cy="784226"/>
          </a:xfrm>
        </p:spPr>
        <p:txBody>
          <a:bodyPr lIns="0" rIns="0"/>
          <a:lstStyle/>
          <a:p>
            <a:r>
              <a:rPr lang="en-US"/>
              <a:t>Click to edit Master title style</a:t>
            </a:r>
          </a:p>
        </p:txBody>
      </p:sp>
      <p:sp>
        <p:nvSpPr>
          <p:cNvPr id="9" name="Text Placeholder 25">
            <a:extLst>
              <a:ext uri="{FF2B5EF4-FFF2-40B4-BE49-F238E27FC236}">
                <a16:creationId xmlns:a16="http://schemas.microsoft.com/office/drawing/2014/main" id="{950D9BC9-37AB-2942-B45D-4822C8B58D04}"/>
              </a:ext>
            </a:extLst>
          </p:cNvPr>
          <p:cNvSpPr>
            <a:spLocks noGrp="1"/>
          </p:cNvSpPr>
          <p:nvPr>
            <p:ph type="body" sz="quarter" idx="17" hasCustomPrompt="1"/>
          </p:nvPr>
        </p:nvSpPr>
        <p:spPr>
          <a:xfrm>
            <a:off x="457200" y="1343431"/>
            <a:ext cx="3602039" cy="485369"/>
          </a:xfrm>
        </p:spPr>
        <p:txBody>
          <a:bodyPr lIns="0"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a:t>
            </a:r>
          </a:p>
        </p:txBody>
      </p:sp>
      <p:sp>
        <p:nvSpPr>
          <p:cNvPr id="5" name="Picture Placeholder 4">
            <a:extLst>
              <a:ext uri="{FF2B5EF4-FFF2-40B4-BE49-F238E27FC236}">
                <a16:creationId xmlns:a16="http://schemas.microsoft.com/office/drawing/2014/main" id="{A693F555-17A4-FA44-B000-3CAEB366B8A0}"/>
              </a:ext>
            </a:extLst>
          </p:cNvPr>
          <p:cNvSpPr>
            <a:spLocks noGrp="1"/>
          </p:cNvSpPr>
          <p:nvPr>
            <p:ph type="pic" sz="quarter" idx="18"/>
          </p:nvPr>
        </p:nvSpPr>
        <p:spPr>
          <a:xfrm>
            <a:off x="4298950" y="457198"/>
            <a:ext cx="7427912" cy="5551489"/>
          </a:xfrm>
          <a:solidFill>
            <a:schemeClr val="bg1">
              <a:lumMod val="75000"/>
            </a:schemeClr>
          </a:solidFill>
        </p:spPr>
        <p:txBody>
          <a:bodyPr tIns="2194560"/>
          <a:lstStyle>
            <a:lvl1pPr algn="ctr">
              <a:defRPr b="0" i="0"/>
            </a:lvl1pPr>
          </a:lstStyle>
          <a:p>
            <a:r>
              <a:rPr lang="en-US"/>
              <a:t>Click icon to add picture</a:t>
            </a:r>
          </a:p>
        </p:txBody>
      </p:sp>
      <p:sp>
        <p:nvSpPr>
          <p:cNvPr id="11" name="Content Placeholder 4">
            <a:extLst>
              <a:ext uri="{FF2B5EF4-FFF2-40B4-BE49-F238E27FC236}">
                <a16:creationId xmlns:a16="http://schemas.microsoft.com/office/drawing/2014/main" id="{760A7196-34C5-A442-9294-F070A669800E}"/>
              </a:ext>
            </a:extLst>
          </p:cNvPr>
          <p:cNvSpPr>
            <a:spLocks noGrp="1"/>
          </p:cNvSpPr>
          <p:nvPr>
            <p:ph sz="quarter" idx="19"/>
          </p:nvPr>
        </p:nvSpPr>
        <p:spPr>
          <a:xfrm>
            <a:off x="457200" y="182880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a:extLst>
              <a:ext uri="{FF2B5EF4-FFF2-40B4-BE49-F238E27FC236}">
                <a16:creationId xmlns:a16="http://schemas.microsoft.com/office/drawing/2014/main" id="{AF9B9FE1-27EB-48D3-9700-EE47953D5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A90A9191-AB5C-45F7-8497-E7B48023341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7" name="Footer Placeholder 3">
            <a:extLst>
              <a:ext uri="{FF2B5EF4-FFF2-40B4-BE49-F238E27FC236}">
                <a16:creationId xmlns:a16="http://schemas.microsoft.com/office/drawing/2014/main" id="{DDC72B91-415D-4EAB-B6FE-0776EA7E3D6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137099762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3col">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9E18CF-CA4A-4731-A40B-45E2846C7631}"/>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4103871A-53C4-4546-9554-252303F53F6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3" name="Content Placeholder 4">
            <a:extLst>
              <a:ext uri="{FF2B5EF4-FFF2-40B4-BE49-F238E27FC236}">
                <a16:creationId xmlns:a16="http://schemas.microsoft.com/office/drawing/2014/main" id="{E205A430-8E9F-D040-BFFF-B7A4A3EA7154}"/>
              </a:ext>
            </a:extLst>
          </p:cNvPr>
          <p:cNvSpPr>
            <a:spLocks noGrp="1"/>
          </p:cNvSpPr>
          <p:nvPr>
            <p:ph sz="quarter" idx="19"/>
          </p:nvPr>
        </p:nvSpPr>
        <p:spPr>
          <a:xfrm>
            <a:off x="457200"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6A98DB26-B7FB-3241-9C96-D93B9B52CD1E}"/>
              </a:ext>
            </a:extLst>
          </p:cNvPr>
          <p:cNvSpPr>
            <a:spLocks noGrp="1"/>
          </p:cNvSpPr>
          <p:nvPr>
            <p:ph sz="quarter" idx="20"/>
          </p:nvPr>
        </p:nvSpPr>
        <p:spPr>
          <a:xfrm>
            <a:off x="4297680"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4">
            <a:extLst>
              <a:ext uri="{FF2B5EF4-FFF2-40B4-BE49-F238E27FC236}">
                <a16:creationId xmlns:a16="http://schemas.microsoft.com/office/drawing/2014/main" id="{EF966A4E-5145-9C4D-8099-EFAA2A475FD8}"/>
              </a:ext>
            </a:extLst>
          </p:cNvPr>
          <p:cNvSpPr>
            <a:spLocks noGrp="1"/>
          </p:cNvSpPr>
          <p:nvPr>
            <p:ph sz="quarter" idx="21"/>
          </p:nvPr>
        </p:nvSpPr>
        <p:spPr>
          <a:xfrm>
            <a:off x="8136798" y="1645920"/>
            <a:ext cx="3598862" cy="4179888"/>
          </a:xfrm>
        </p:spPr>
        <p:txBody>
          <a:bodyPr tIns="0"/>
          <a:lstStyle>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9" name="Picture 18">
            <a:extLst>
              <a:ext uri="{FF2B5EF4-FFF2-40B4-BE49-F238E27FC236}">
                <a16:creationId xmlns:a16="http://schemas.microsoft.com/office/drawing/2014/main" id="{42778CEF-946B-4B06-9ACB-3AC61D21A7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20" name="Slide Number Placeholder 1">
            <a:extLst>
              <a:ext uri="{FF2B5EF4-FFF2-40B4-BE49-F238E27FC236}">
                <a16:creationId xmlns:a16="http://schemas.microsoft.com/office/drawing/2014/main" id="{EC358D68-CB2C-46B6-A00B-854615303A5C}"/>
              </a:ext>
            </a:extLst>
          </p:cNvPr>
          <p:cNvSpPr>
            <a:spLocks noGrp="1"/>
          </p:cNvSpPr>
          <p:nvPr>
            <p:ph type="sldNum" sz="quarter" idx="22"/>
          </p:nvPr>
        </p:nvSpPr>
        <p:spPr>
          <a:xfrm>
            <a:off x="11427675" y="6437376"/>
            <a:ext cx="306387" cy="208758"/>
          </a:xfrm>
        </p:spPr>
        <p:txBody>
          <a:bodyPr/>
          <a:lstStyle/>
          <a:p>
            <a:fld id="{63DCA5C9-2E11-4C67-86EB-AE1DE127DC64}" type="slidenum">
              <a:rPr lang="en-US" smtClean="0"/>
              <a:pPr/>
              <a:t>‹#›</a:t>
            </a:fld>
            <a:endParaRPr lang="en-US"/>
          </a:p>
        </p:txBody>
      </p:sp>
      <p:sp>
        <p:nvSpPr>
          <p:cNvPr id="21" name="Text Placeholder 25">
            <a:extLst>
              <a:ext uri="{FF2B5EF4-FFF2-40B4-BE49-F238E27FC236}">
                <a16:creationId xmlns:a16="http://schemas.microsoft.com/office/drawing/2014/main" id="{75212AD8-B9F1-4438-A6D4-9355B9B3CD1A}"/>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2" name="Title 15">
            <a:extLst>
              <a:ext uri="{FF2B5EF4-FFF2-40B4-BE49-F238E27FC236}">
                <a16:creationId xmlns:a16="http://schemas.microsoft.com/office/drawing/2014/main" id="{84B5E47C-8E0B-4959-A893-96C42EB7A572}"/>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7" name="Footer Placeholder 3">
            <a:extLst>
              <a:ext uri="{FF2B5EF4-FFF2-40B4-BE49-F238E27FC236}">
                <a16:creationId xmlns:a16="http://schemas.microsoft.com/office/drawing/2014/main" id="{B4587957-D2A2-4236-9E09-76580451E5A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406837115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1col table">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8CA7F71-7686-487C-9DCC-633A9929C7B4}"/>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51236B22-13A6-4DAD-A69C-705F0241481C}"/>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6" name="Table Placeholder 5">
            <a:extLst>
              <a:ext uri="{FF2B5EF4-FFF2-40B4-BE49-F238E27FC236}">
                <a16:creationId xmlns:a16="http://schemas.microsoft.com/office/drawing/2014/main" id="{E970E05D-6C9C-AA4C-9AC8-08594C5B389D}"/>
              </a:ext>
            </a:extLst>
          </p:cNvPr>
          <p:cNvSpPr>
            <a:spLocks noGrp="1"/>
          </p:cNvSpPr>
          <p:nvPr>
            <p:ph type="tbl" sz="quarter" idx="17" hasCustomPrompt="1"/>
          </p:nvPr>
        </p:nvSpPr>
        <p:spPr>
          <a:xfrm>
            <a:off x="457200" y="1828801"/>
            <a:ext cx="11247120" cy="4179888"/>
          </a:xfrm>
          <a:pattFill prst="pct10">
            <a:fgClr>
              <a:schemeClr val="accent1"/>
            </a:fgClr>
            <a:bgClr>
              <a:schemeClr val="bg1"/>
            </a:bgClr>
          </a:pattFill>
        </p:spPr>
        <p:txBody>
          <a:bodyPr tIns="2514600"/>
          <a:lstStyle>
            <a:lvl1pPr algn="ctr">
              <a:defRPr b="0" i="0"/>
            </a:lvl1pPr>
          </a:lstStyle>
          <a:p>
            <a:r>
              <a:rPr lang="en-US"/>
              <a:t>Click icon to add table adjust size as needed</a:t>
            </a:r>
          </a:p>
        </p:txBody>
      </p:sp>
      <p:pic>
        <p:nvPicPr>
          <p:cNvPr id="12" name="Picture 11">
            <a:extLst>
              <a:ext uri="{FF2B5EF4-FFF2-40B4-BE49-F238E27FC236}">
                <a16:creationId xmlns:a16="http://schemas.microsoft.com/office/drawing/2014/main" id="{F162E4F0-75F1-4E13-98E1-1FBA68E159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3D3E3C75-AE4A-4514-B4D2-1307A6648F4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4" name="Text Placeholder 25">
            <a:extLst>
              <a:ext uri="{FF2B5EF4-FFF2-40B4-BE49-F238E27FC236}">
                <a16:creationId xmlns:a16="http://schemas.microsoft.com/office/drawing/2014/main" id="{251C24F9-13F7-4A35-AA35-9BC603AF638C}"/>
              </a:ext>
            </a:extLst>
          </p:cNvPr>
          <p:cNvSpPr>
            <a:spLocks noGrp="1"/>
          </p:cNvSpPr>
          <p:nvPr>
            <p:ph type="body" sz="quarter" idx="22"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5" name="Title 15">
            <a:extLst>
              <a:ext uri="{FF2B5EF4-FFF2-40B4-BE49-F238E27FC236}">
                <a16:creationId xmlns:a16="http://schemas.microsoft.com/office/drawing/2014/main" id="{6F4AE1DE-1B0D-43E9-94D9-62F3A07EC22F}"/>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6" name="Footer Placeholder 3">
            <a:extLst>
              <a:ext uri="{FF2B5EF4-FFF2-40B4-BE49-F238E27FC236}">
                <a16:creationId xmlns:a16="http://schemas.microsoft.com/office/drawing/2014/main" id="{91EAF2CA-1704-4BFF-86FC-1F844DDF5A87}"/>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9552399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1col chart">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48F3CF2-F7A9-4F11-B382-38A2722B0D4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43EB1C3D-A76E-490F-BBD2-E58DD21AE3A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7" name="Chart Placeholder 6">
            <a:extLst>
              <a:ext uri="{FF2B5EF4-FFF2-40B4-BE49-F238E27FC236}">
                <a16:creationId xmlns:a16="http://schemas.microsoft.com/office/drawing/2014/main" id="{0203C4E6-EC7C-1F40-86EA-065A6220FC54}"/>
              </a:ext>
            </a:extLst>
          </p:cNvPr>
          <p:cNvSpPr>
            <a:spLocks noGrp="1"/>
          </p:cNvSpPr>
          <p:nvPr>
            <p:ph type="chart" sz="quarter" idx="20" hasCustomPrompt="1"/>
          </p:nvPr>
        </p:nvSpPr>
        <p:spPr>
          <a:xfrm>
            <a:off x="457200" y="1828799"/>
            <a:ext cx="11247120" cy="4179889"/>
          </a:xfrm>
          <a:pattFill prst="pct10">
            <a:fgClr>
              <a:schemeClr val="tx1"/>
            </a:fgClr>
            <a:bgClr>
              <a:schemeClr val="bg1"/>
            </a:bgClr>
          </a:pattFill>
        </p:spPr>
        <p:txBody>
          <a:bodyPr tIns="2560320"/>
          <a:lstStyle>
            <a:lvl1pPr algn="ctr">
              <a:defRPr b="0" i="0"/>
            </a:lvl1pPr>
          </a:lstStyle>
          <a:p>
            <a:pPr marL="0" marR="0" lvl="0" indent="0" algn="ctr"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lang="en-US"/>
              <a:t>Click icon to add chart adjust size as needed</a:t>
            </a:r>
          </a:p>
        </p:txBody>
      </p:sp>
      <p:pic>
        <p:nvPicPr>
          <p:cNvPr id="13" name="Picture 12">
            <a:extLst>
              <a:ext uri="{FF2B5EF4-FFF2-40B4-BE49-F238E27FC236}">
                <a16:creationId xmlns:a16="http://schemas.microsoft.com/office/drawing/2014/main" id="{EF0CB498-EAA7-4390-B1F6-D645C78105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4" name="Slide Number Placeholder 1">
            <a:extLst>
              <a:ext uri="{FF2B5EF4-FFF2-40B4-BE49-F238E27FC236}">
                <a16:creationId xmlns:a16="http://schemas.microsoft.com/office/drawing/2014/main" id="{DF85D99A-810D-47AB-BB91-A93A91F922A3}"/>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5" name="Text Placeholder 25">
            <a:extLst>
              <a:ext uri="{FF2B5EF4-FFF2-40B4-BE49-F238E27FC236}">
                <a16:creationId xmlns:a16="http://schemas.microsoft.com/office/drawing/2014/main" id="{126F3D7E-DF67-45ED-8A5B-D24FFE4F7F3C}"/>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solidFill>
                  <a:schemeClr val="tx1"/>
                </a:solidFill>
              </a:defRPr>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16" name="Title 15">
            <a:extLst>
              <a:ext uri="{FF2B5EF4-FFF2-40B4-BE49-F238E27FC236}">
                <a16:creationId xmlns:a16="http://schemas.microsoft.com/office/drawing/2014/main" id="{4693B169-FB68-4722-A393-DA504484DEE5}"/>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1" name="Footer Placeholder 3">
            <a:extLst>
              <a:ext uri="{FF2B5EF4-FFF2-40B4-BE49-F238E27FC236}">
                <a16:creationId xmlns:a16="http://schemas.microsoft.com/office/drawing/2014/main" id="{2EFAEEB4-8A6A-4C60-91DF-CED1E27106F4}"/>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54103210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header only">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ACF38C-F2B7-42D8-B179-6AC594C125B8}"/>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8" name="Rectangle 7">
            <a:extLst>
              <a:ext uri="{FF2B5EF4-FFF2-40B4-BE49-F238E27FC236}">
                <a16:creationId xmlns:a16="http://schemas.microsoft.com/office/drawing/2014/main" id="{D3EF452C-388D-4AEF-A41B-D58BEC9125B0}"/>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4" name="Picture 13">
            <a:extLst>
              <a:ext uri="{FF2B5EF4-FFF2-40B4-BE49-F238E27FC236}">
                <a16:creationId xmlns:a16="http://schemas.microsoft.com/office/drawing/2014/main" id="{2FABE8C2-B407-4668-93E2-0AB5002271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5" name="Slide Number Placeholder 1">
            <a:extLst>
              <a:ext uri="{FF2B5EF4-FFF2-40B4-BE49-F238E27FC236}">
                <a16:creationId xmlns:a16="http://schemas.microsoft.com/office/drawing/2014/main" id="{7C71AD98-43C1-4B44-BD16-A2AC82688C80}"/>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19" name="Text Placeholder 25">
            <a:extLst>
              <a:ext uri="{FF2B5EF4-FFF2-40B4-BE49-F238E27FC236}">
                <a16:creationId xmlns:a16="http://schemas.microsoft.com/office/drawing/2014/main" id="{521BE056-4E7F-41B4-B79F-6147E6C0EA29}"/>
              </a:ext>
            </a:extLst>
          </p:cNvPr>
          <p:cNvSpPr>
            <a:spLocks noGrp="1"/>
          </p:cNvSpPr>
          <p:nvPr>
            <p:ph type="body" sz="quarter" idx="17" hasCustomPrompt="1"/>
          </p:nvPr>
        </p:nvSpPr>
        <p:spPr>
          <a:xfrm>
            <a:off x="457200" y="950976"/>
            <a:ext cx="11247120" cy="365760"/>
          </a:xfrm>
        </p:spPr>
        <p:txBody>
          <a:bodyPr tIns="0" rIns="0"/>
          <a:lstStyle>
            <a:lvl1pPr>
              <a:lnSpc>
                <a:spcPct val="100000"/>
              </a:lnSpc>
              <a:spcAft>
                <a:spcPts val="0"/>
              </a:spcAft>
              <a:defRPr sz="20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Subheading here</a:t>
            </a:r>
          </a:p>
        </p:txBody>
      </p:sp>
      <p:sp>
        <p:nvSpPr>
          <p:cNvPr id="20" name="Title 15">
            <a:extLst>
              <a:ext uri="{FF2B5EF4-FFF2-40B4-BE49-F238E27FC236}">
                <a16:creationId xmlns:a16="http://schemas.microsoft.com/office/drawing/2014/main" id="{9C7F8C39-538A-4240-962A-CBD12505A7EE}"/>
              </a:ext>
            </a:extLst>
          </p:cNvPr>
          <p:cNvSpPr>
            <a:spLocks noGrp="1"/>
          </p:cNvSpPr>
          <p:nvPr>
            <p:ph type="title"/>
          </p:nvPr>
        </p:nvSpPr>
        <p:spPr>
          <a:xfrm>
            <a:off x="457200" y="457199"/>
            <a:ext cx="11247120" cy="457200"/>
          </a:xfrm>
        </p:spPr>
        <p:txBody>
          <a:bodyPr rIns="0"/>
          <a:lstStyle/>
          <a:p>
            <a:r>
              <a:rPr lang="en-US"/>
              <a:t>Click to edit Master title style</a:t>
            </a:r>
          </a:p>
        </p:txBody>
      </p:sp>
      <p:sp>
        <p:nvSpPr>
          <p:cNvPr id="10" name="Footer Placeholder 3">
            <a:extLst>
              <a:ext uri="{FF2B5EF4-FFF2-40B4-BE49-F238E27FC236}">
                <a16:creationId xmlns:a16="http://schemas.microsoft.com/office/drawing/2014/main" id="{7A9C74F7-2484-4EDA-80EC-7005C8B65F2D}"/>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62337998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blank">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584038F-1D4F-433A-AEA2-C97CE86FEA1F}"/>
              </a:ext>
            </a:extLst>
          </p:cNvPr>
          <p:cNvSpPr/>
          <p:nvPr userDrawn="1"/>
        </p:nvSpPr>
        <p:spPr bwMode="auto">
          <a:xfrm>
            <a:off x="0" y="6286500"/>
            <a:ext cx="12192000" cy="571500"/>
          </a:xfrm>
          <a:prstGeom prst="rect">
            <a:avLst/>
          </a:prstGeom>
          <a:solidFill>
            <a:schemeClr val="bg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b="0" i="0">
              <a:solidFill>
                <a:schemeClr val="bg1"/>
              </a:solidFill>
              <a:latin typeface="+mn-lt"/>
              <a:ea typeface="Roboto" panose="02000000000000000000" pitchFamily="2" charset="0"/>
              <a:cs typeface="Roboto" panose="02000000000000000000" pitchFamily="2" charset="0"/>
            </a:endParaRPr>
          </a:p>
        </p:txBody>
      </p:sp>
      <p:sp>
        <p:nvSpPr>
          <p:cNvPr id="6" name="Rectangle 5">
            <a:extLst>
              <a:ext uri="{FF2B5EF4-FFF2-40B4-BE49-F238E27FC236}">
                <a16:creationId xmlns:a16="http://schemas.microsoft.com/office/drawing/2014/main" id="{83E5BA34-6CD5-474F-8E0B-EDBD871108E1}"/>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pic>
        <p:nvPicPr>
          <p:cNvPr id="10" name="Picture 9">
            <a:extLst>
              <a:ext uri="{FF2B5EF4-FFF2-40B4-BE49-F238E27FC236}">
                <a16:creationId xmlns:a16="http://schemas.microsoft.com/office/drawing/2014/main" id="{ABF6B797-20B3-4E45-AA20-B11F6D20C68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1" name="Slide Number Placeholder 1">
            <a:extLst>
              <a:ext uri="{FF2B5EF4-FFF2-40B4-BE49-F238E27FC236}">
                <a16:creationId xmlns:a16="http://schemas.microsoft.com/office/drawing/2014/main" id="{7BB48365-87F8-49A1-91DF-B0D46B3CFF65}"/>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8" name="Footer Placeholder 3">
            <a:extLst>
              <a:ext uri="{FF2B5EF4-FFF2-40B4-BE49-F238E27FC236}">
                <a16:creationId xmlns:a16="http://schemas.microsoft.com/office/drawing/2014/main" id="{562F3210-0218-4593-B47E-D03039365C81}"/>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88966456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7BEE3138-6B02-C347-A590-9B766E7E1B05}"/>
              </a:ext>
            </a:extLst>
          </p:cNvPr>
          <p:cNvSpPr>
            <a:spLocks noGrp="1"/>
          </p:cNvSpPr>
          <p:nvPr>
            <p:ph type="pic" sz="quarter" idx="10" hasCustomPrompt="1"/>
          </p:nvPr>
        </p:nvSpPr>
        <p:spPr>
          <a:xfrm>
            <a:off x="465138" y="931067"/>
            <a:ext cx="1084262" cy="1443833"/>
          </a:xfrm>
          <a:solidFill>
            <a:schemeClr val="bg1">
              <a:lumMod val="75000"/>
            </a:schemeClr>
          </a:solidFill>
        </p:spPr>
        <p:txBody>
          <a:bodyPr tIns="274320"/>
          <a:lstStyle>
            <a:lvl1pPr algn="ctr">
              <a:defRPr b="0" i="0">
                <a:solidFill>
                  <a:schemeClr val="tx1"/>
                </a:solidFill>
              </a:defRPr>
            </a:lvl1pPr>
            <a:lvl2pPr algn="ctr">
              <a:defRPr>
                <a:solidFill>
                  <a:schemeClr val="tx1"/>
                </a:solidFill>
              </a:defRPr>
            </a:lvl2pPr>
          </a:lstStyle>
          <a:p>
            <a:pPr lvl="0"/>
            <a:r>
              <a:rPr lang="en-US"/>
              <a:t>Insert</a:t>
            </a:r>
          </a:p>
        </p:txBody>
      </p:sp>
      <p:sp>
        <p:nvSpPr>
          <p:cNvPr id="7" name="Title 1">
            <a:extLst>
              <a:ext uri="{FF2B5EF4-FFF2-40B4-BE49-F238E27FC236}">
                <a16:creationId xmlns:a16="http://schemas.microsoft.com/office/drawing/2014/main" id="{86778AC2-0176-4241-BC19-68F111FBDC19}"/>
              </a:ext>
            </a:extLst>
          </p:cNvPr>
          <p:cNvSpPr>
            <a:spLocks noGrp="1"/>
          </p:cNvSpPr>
          <p:nvPr>
            <p:ph type="title" hasCustomPrompt="1"/>
          </p:nvPr>
        </p:nvSpPr>
        <p:spPr>
          <a:xfrm>
            <a:off x="465137" y="2864931"/>
            <a:ext cx="7659687" cy="2494469"/>
          </a:xfrm>
        </p:spPr>
        <p:txBody>
          <a:bodyPr lIns="0" rIns="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Click to edit text</a:t>
            </a:r>
          </a:p>
        </p:txBody>
      </p:sp>
      <p:pic>
        <p:nvPicPr>
          <p:cNvPr id="12" name="Picture 11">
            <a:extLst>
              <a:ext uri="{FF2B5EF4-FFF2-40B4-BE49-F238E27FC236}">
                <a16:creationId xmlns:a16="http://schemas.microsoft.com/office/drawing/2014/main" id="{89E98E94-5DF6-4E58-AD1A-50C50B3F691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3" name="Slide Number Placeholder 1">
            <a:extLst>
              <a:ext uri="{FF2B5EF4-FFF2-40B4-BE49-F238E27FC236}">
                <a16:creationId xmlns:a16="http://schemas.microsoft.com/office/drawing/2014/main" id="{7943A519-3368-444C-8205-BAD4168421E4}"/>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9" name="Rectangle 8">
            <a:extLst>
              <a:ext uri="{FF2B5EF4-FFF2-40B4-BE49-F238E27FC236}">
                <a16:creationId xmlns:a16="http://schemas.microsoft.com/office/drawing/2014/main" id="{B141855A-1EFE-44B7-9542-BBBEBEA04945}"/>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15" name="Footer Placeholder 3">
            <a:extLst>
              <a:ext uri="{FF2B5EF4-FFF2-40B4-BE49-F238E27FC236}">
                <a16:creationId xmlns:a16="http://schemas.microsoft.com/office/drawing/2014/main" id="{67D1C4F9-C8B2-4F15-A13B-AFCA5611B68B}"/>
              </a:ext>
            </a:extLst>
          </p:cNvPr>
          <p:cNvSpPr>
            <a:spLocks noGrp="1"/>
          </p:cNvSpPr>
          <p:nvPr>
            <p:ph type="ftr" sz="quarter" idx="23"/>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
        <p:nvSpPr>
          <p:cNvPr id="10" name="Text Placeholder 25">
            <a:extLst>
              <a:ext uri="{FF2B5EF4-FFF2-40B4-BE49-F238E27FC236}">
                <a16:creationId xmlns:a16="http://schemas.microsoft.com/office/drawing/2014/main" id="{E78AC81E-DC2D-4208-8BB2-D23380047DFB}"/>
              </a:ext>
            </a:extLst>
          </p:cNvPr>
          <p:cNvSpPr>
            <a:spLocks noGrp="1"/>
          </p:cNvSpPr>
          <p:nvPr>
            <p:ph type="body" sz="quarter" idx="17" hasCustomPrompt="1"/>
          </p:nvPr>
        </p:nvSpPr>
        <p:spPr>
          <a:xfrm>
            <a:off x="2020823" y="1647509"/>
            <a:ext cx="5230368" cy="392365"/>
          </a:xfrm>
        </p:spPr>
        <p:txBody>
          <a:bodyPr tIns="0" rIns="0"/>
          <a:lstStyle>
            <a:lvl1pPr>
              <a:lnSpc>
                <a:spcPct val="100000"/>
              </a:lnSpc>
              <a:spcAft>
                <a:spcPts val="0"/>
              </a:spcAft>
              <a:defRPr sz="2800" b="1"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name</a:t>
            </a:r>
          </a:p>
        </p:txBody>
      </p:sp>
      <p:sp>
        <p:nvSpPr>
          <p:cNvPr id="14" name="Text Placeholder 25">
            <a:extLst>
              <a:ext uri="{FF2B5EF4-FFF2-40B4-BE49-F238E27FC236}">
                <a16:creationId xmlns:a16="http://schemas.microsoft.com/office/drawing/2014/main" id="{0EB765C6-B69F-401B-A97F-43E692FB667C}"/>
              </a:ext>
            </a:extLst>
          </p:cNvPr>
          <p:cNvSpPr>
            <a:spLocks noGrp="1"/>
          </p:cNvSpPr>
          <p:nvPr>
            <p:ph type="body" sz="quarter" idx="22" hasCustomPrompt="1"/>
          </p:nvPr>
        </p:nvSpPr>
        <p:spPr>
          <a:xfrm>
            <a:off x="2020824" y="2066163"/>
            <a:ext cx="5230368" cy="329184"/>
          </a:xfrm>
        </p:spPr>
        <p:txBody>
          <a:bodyPr tIns="0" rIns="0"/>
          <a:lstStyle>
            <a:lvl1pPr>
              <a:lnSpc>
                <a:spcPct val="100000"/>
              </a:lnSpc>
              <a:spcAft>
                <a:spcPts val="0"/>
              </a:spcAft>
              <a:defRPr sz="2600" b="0" i="0"/>
            </a:lvl1pPr>
            <a:lvl2pPr>
              <a:defRPr sz="2000" b="0">
                <a:solidFill>
                  <a:schemeClr val="tx1"/>
                </a:solidFill>
                <a:latin typeface="+mn-lt"/>
              </a:defRPr>
            </a:lvl2pPr>
            <a:lvl3pPr marL="0" indent="0">
              <a:buFontTx/>
              <a:buNone/>
              <a:defRPr sz="2000">
                <a:solidFill>
                  <a:schemeClr val="tx1"/>
                </a:solidFill>
              </a:defRPr>
            </a:lvl3pPr>
            <a:lvl4pPr marL="0" indent="0">
              <a:buFontTx/>
              <a:buNone/>
              <a:defRPr sz="2000">
                <a:solidFill>
                  <a:schemeClr val="tx1"/>
                </a:solidFill>
              </a:defRPr>
            </a:lvl4pPr>
            <a:lvl5pPr marL="0" indent="0">
              <a:buFontTx/>
              <a:buNone/>
              <a:defRPr sz="2000">
                <a:solidFill>
                  <a:schemeClr val="tx1"/>
                </a:solidFill>
              </a:defRPr>
            </a:lvl5pPr>
            <a:lvl6pPr marL="0" indent="0">
              <a:buFontTx/>
              <a:buNone/>
              <a:defRPr sz="2000">
                <a:solidFill>
                  <a:schemeClr val="tx1"/>
                </a:solidFill>
              </a:defRPr>
            </a:lvl6pPr>
            <a:lvl7pPr marL="0" indent="0">
              <a:buFontTx/>
              <a:buNone/>
              <a:defRPr sz="2000">
                <a:solidFill>
                  <a:schemeClr val="tx1"/>
                </a:solidFill>
              </a:defRPr>
            </a:lvl7pPr>
            <a:lvl8pPr marL="0" indent="0">
              <a:buFontTx/>
              <a:buNone/>
              <a:defRPr sz="2000">
                <a:solidFill>
                  <a:schemeClr val="tx1"/>
                </a:solidFill>
              </a:defRPr>
            </a:lvl8pPr>
            <a:lvl9pPr marL="0" indent="0">
              <a:lnSpc>
                <a:spcPct val="100000"/>
              </a:lnSpc>
              <a:buFontTx/>
              <a:buNone/>
              <a:defRPr sz="2000">
                <a:solidFill>
                  <a:schemeClr val="tx1"/>
                </a:solidFill>
              </a:defRPr>
            </a:lvl9pPr>
          </a:lstStyle>
          <a:p>
            <a:pPr lvl="0"/>
            <a:r>
              <a:rPr lang="en-US"/>
              <a:t>Click to add title</a:t>
            </a:r>
          </a:p>
        </p:txBody>
      </p:sp>
    </p:spTree>
    <p:extLst>
      <p:ext uri="{BB962C8B-B14F-4D97-AF65-F5344CB8AC3E}">
        <p14:creationId xmlns:p14="http://schemas.microsoft.com/office/powerpoint/2010/main" val="37413209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video">
    <p:bg>
      <p:bgPr>
        <a:solidFill>
          <a:schemeClr val="tx1"/>
        </a:solidFill>
        <a:effectLst/>
      </p:bgPr>
    </p:bg>
    <p:spTree>
      <p:nvGrpSpPr>
        <p:cNvPr id="1" name=""/>
        <p:cNvGrpSpPr/>
        <p:nvPr/>
      </p:nvGrpSpPr>
      <p:grpSpPr>
        <a:xfrm>
          <a:off x="0" y="0"/>
          <a:ext cx="0" cy="0"/>
          <a:chOff x="0" y="0"/>
          <a:chExt cx="0" cy="0"/>
        </a:xfrm>
      </p:grpSpPr>
      <p:sp>
        <p:nvSpPr>
          <p:cNvPr id="3" name="Media Placeholder 2"/>
          <p:cNvSpPr>
            <a:spLocks noGrp="1"/>
          </p:cNvSpPr>
          <p:nvPr>
            <p:ph type="media" sz="quarter" idx="10"/>
          </p:nvPr>
        </p:nvSpPr>
        <p:spPr>
          <a:xfrm>
            <a:off x="0" y="0"/>
            <a:ext cx="12192000" cy="6858000"/>
          </a:xfrm>
          <a:solidFill>
            <a:schemeClr val="tx1"/>
          </a:solidFill>
        </p:spPr>
        <p:txBody>
          <a:bodyPr tIns="731520" anchor="ctr" anchorCtr="0"/>
          <a:lstStyle>
            <a:lvl1pPr algn="ctr">
              <a:defRPr sz="2000" b="0" i="0">
                <a:solidFill>
                  <a:schemeClr val="bg2"/>
                </a:solidFill>
              </a:defRPr>
            </a:lvl1pPr>
          </a:lstStyle>
          <a:p>
            <a:r>
              <a:rPr lang="en-US"/>
              <a:t>Click icon to add media</a:t>
            </a:r>
          </a:p>
        </p:txBody>
      </p:sp>
    </p:spTree>
    <p:extLst>
      <p:ext uri="{BB962C8B-B14F-4D97-AF65-F5344CB8AC3E}">
        <p14:creationId xmlns:p14="http://schemas.microsoft.com/office/powerpoint/2010/main" val="366948291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512313CB-BBFB-4B6C-8838-3F145B360F1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393707887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losing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0B720F9-19E9-D949-BC49-37A2FB42321B}"/>
              </a:ext>
            </a:extLst>
          </p:cNvPr>
          <p:cNvSpPr>
            <a:spLocks noGrp="1"/>
          </p:cNvSpPr>
          <p:nvPr>
            <p:ph type="title" hasCustomPrompt="1"/>
          </p:nvPr>
        </p:nvSpPr>
        <p:spPr>
          <a:xfrm>
            <a:off x="0" y="2400300"/>
            <a:ext cx="5350329" cy="2008413"/>
          </a:xfrm>
          <a:solidFill>
            <a:schemeClr val="bg1"/>
          </a:solidFill>
        </p:spPr>
        <p:txBody>
          <a:bodyPr lIns="457200" rIns="457200" anchor="ctr" anchorCtr="0">
            <a:noAutofit/>
          </a:bodyPr>
          <a:lstStyle>
            <a:lvl1pPr>
              <a:lnSpc>
                <a:spcPct val="95000"/>
              </a:lnSpc>
              <a:defRPr sz="3200" b="0" i="0" baseline="0">
                <a:solidFill>
                  <a:schemeClr val="tx1"/>
                </a:solidFill>
                <a:latin typeface="Times New Roman" panose="02020603050405020304" pitchFamily="18" charset="0"/>
                <a:cs typeface="Times New Roman" panose="02020603050405020304" pitchFamily="18" charset="0"/>
              </a:defRPr>
            </a:lvl1pPr>
          </a:lstStyle>
          <a:p>
            <a:r>
              <a:rPr lang="en-US"/>
              <a:t>Closing slide — Click to edit text</a:t>
            </a:r>
          </a:p>
        </p:txBody>
      </p:sp>
      <p:pic>
        <p:nvPicPr>
          <p:cNvPr id="11" name="Picture 10">
            <a:extLst>
              <a:ext uri="{FF2B5EF4-FFF2-40B4-BE49-F238E27FC236}">
                <a16:creationId xmlns:a16="http://schemas.microsoft.com/office/drawing/2014/main" id="{5A239EAB-B27F-4A69-8301-D921805A18C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517141" y="6433073"/>
            <a:ext cx="644234" cy="208999"/>
          </a:xfrm>
          <a:prstGeom prst="rect">
            <a:avLst/>
          </a:prstGeom>
        </p:spPr>
      </p:pic>
      <p:sp>
        <p:nvSpPr>
          <p:cNvPr id="12" name="Slide Number Placeholder 1">
            <a:extLst>
              <a:ext uri="{FF2B5EF4-FFF2-40B4-BE49-F238E27FC236}">
                <a16:creationId xmlns:a16="http://schemas.microsoft.com/office/drawing/2014/main" id="{AD36755A-CFB7-4F62-9D96-5A9D5013A3FB}"/>
              </a:ext>
            </a:extLst>
          </p:cNvPr>
          <p:cNvSpPr>
            <a:spLocks noGrp="1"/>
          </p:cNvSpPr>
          <p:nvPr>
            <p:ph type="sldNum" sz="quarter" idx="21"/>
          </p:nvPr>
        </p:nvSpPr>
        <p:spPr>
          <a:xfrm>
            <a:off x="11427675" y="6437376"/>
            <a:ext cx="306387" cy="208758"/>
          </a:xfrm>
        </p:spPr>
        <p:txBody>
          <a:bodyPr/>
          <a:lstStyle/>
          <a:p>
            <a:fld id="{63DCA5C9-2E11-4C67-86EB-AE1DE127DC64}" type="slidenum">
              <a:rPr lang="en-US" smtClean="0"/>
              <a:pPr/>
              <a:t>‹#›</a:t>
            </a:fld>
            <a:endParaRPr lang="en-US"/>
          </a:p>
        </p:txBody>
      </p:sp>
      <p:sp>
        <p:nvSpPr>
          <p:cNvPr id="6" name="Rectangle 5">
            <a:extLst>
              <a:ext uri="{FF2B5EF4-FFF2-40B4-BE49-F238E27FC236}">
                <a16:creationId xmlns:a16="http://schemas.microsoft.com/office/drawing/2014/main" id="{EDEB466B-0B33-4842-821D-40FC0869D3CB}"/>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
        <p:nvSpPr>
          <p:cNvPr id="8" name="Footer Placeholder 3">
            <a:extLst>
              <a:ext uri="{FF2B5EF4-FFF2-40B4-BE49-F238E27FC236}">
                <a16:creationId xmlns:a16="http://schemas.microsoft.com/office/drawing/2014/main" id="{512313CB-BBFB-4B6C-8838-3F145B360F10}"/>
              </a:ext>
            </a:extLst>
          </p:cNvPr>
          <p:cNvSpPr>
            <a:spLocks noGrp="1"/>
          </p:cNvSpPr>
          <p:nvPr>
            <p:ph type="ftr" sz="quarter" idx="10"/>
          </p:nvPr>
        </p:nvSpPr>
        <p:spPr>
          <a:xfrm>
            <a:off x="457199" y="6519672"/>
            <a:ext cx="3200400" cy="91440"/>
          </a:xfrm>
        </p:spPr>
        <p:txBody>
          <a:bodyPr anchor="t" anchorCtr="0"/>
          <a:lstStyle>
            <a:lvl1pPr>
              <a:defRPr b="0" i="0"/>
            </a:lvl1pPr>
          </a:lstStyle>
          <a:p>
            <a:pPr lvl="6"/>
            <a:r>
              <a:rPr lang="en-US"/>
              <a:t>© 2026 WTW. Proprietary and confidential. For WTW and WTW client use only.</a:t>
            </a:r>
          </a:p>
        </p:txBody>
      </p:sp>
    </p:spTree>
    <p:extLst>
      <p:ext uri="{BB962C8B-B14F-4D97-AF65-F5344CB8AC3E}">
        <p14:creationId xmlns:p14="http://schemas.microsoft.com/office/powerpoint/2010/main" val="2935259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1.xml"/><Relationship Id="rId18" Type="http://schemas.openxmlformats.org/officeDocument/2006/relationships/slideLayout" Target="../slideLayouts/slideLayout26.xml"/><Relationship Id="rId26" Type="http://schemas.openxmlformats.org/officeDocument/2006/relationships/slideLayout" Target="../slideLayouts/slideLayout34.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34" Type="http://schemas.openxmlformats.org/officeDocument/2006/relationships/slideLayout" Target="../slideLayouts/slideLayout42.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33" Type="http://schemas.openxmlformats.org/officeDocument/2006/relationships/slideLayout" Target="../slideLayouts/slideLayout41.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29" Type="http://schemas.openxmlformats.org/officeDocument/2006/relationships/slideLayout" Target="../slideLayouts/slideLayout37.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32" Type="http://schemas.openxmlformats.org/officeDocument/2006/relationships/slideLayout" Target="../slideLayouts/slideLayout40.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slideLayout" Target="../slideLayouts/slideLayout36.xml"/><Relationship Id="rId36" Type="http://schemas.openxmlformats.org/officeDocument/2006/relationships/tags" Target="../tags/tag1.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31" Type="http://schemas.openxmlformats.org/officeDocument/2006/relationships/slideLayout" Target="../slideLayouts/slideLayout39.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slideLayout" Target="../slideLayouts/slideLayout35.xml"/><Relationship Id="rId30" Type="http://schemas.openxmlformats.org/officeDocument/2006/relationships/slideLayout" Target="../slideLayouts/slideLayout38.xml"/><Relationship Id="rId35" Type="http://schemas.openxmlformats.org/officeDocument/2006/relationships/theme" Target="../theme/theme2.xml"/><Relationship Id="rId8"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 Type="http://schemas.openxmlformats.org/officeDocument/2006/relationships/slideLayout" Target="../slideLayouts/slideLayout45.xml"/><Relationship Id="rId21" Type="http://schemas.openxmlformats.org/officeDocument/2006/relationships/slideLayout" Target="../slideLayouts/slideLayout63.xml"/><Relationship Id="rId34" Type="http://schemas.openxmlformats.org/officeDocument/2006/relationships/slideLayout" Target="../slideLayouts/slideLayout76.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tags" Target="../tags/tag2.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theme" Target="../theme/theme3.xml"/><Relationship Id="rId8" Type="http://schemas.openxmlformats.org/officeDocument/2006/relationships/slideLayout" Target="../slideLayouts/slideLayout50.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89.xml"/><Relationship Id="rId18" Type="http://schemas.openxmlformats.org/officeDocument/2006/relationships/slideLayout" Target="../slideLayouts/slideLayout94.xml"/><Relationship Id="rId26" Type="http://schemas.openxmlformats.org/officeDocument/2006/relationships/slideLayout" Target="../slideLayouts/slideLayout102.xml"/><Relationship Id="rId3" Type="http://schemas.openxmlformats.org/officeDocument/2006/relationships/slideLayout" Target="../slideLayouts/slideLayout79.xml"/><Relationship Id="rId21" Type="http://schemas.openxmlformats.org/officeDocument/2006/relationships/slideLayout" Target="../slideLayouts/slideLayout97.xml"/><Relationship Id="rId34" Type="http://schemas.openxmlformats.org/officeDocument/2006/relationships/theme" Target="../theme/theme4.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17" Type="http://schemas.openxmlformats.org/officeDocument/2006/relationships/slideLayout" Target="../slideLayouts/slideLayout93.xml"/><Relationship Id="rId25" Type="http://schemas.openxmlformats.org/officeDocument/2006/relationships/slideLayout" Target="../slideLayouts/slideLayout101.xml"/><Relationship Id="rId33" Type="http://schemas.openxmlformats.org/officeDocument/2006/relationships/slideLayout" Target="../slideLayouts/slideLayout109.xml"/><Relationship Id="rId2" Type="http://schemas.openxmlformats.org/officeDocument/2006/relationships/slideLayout" Target="../slideLayouts/slideLayout78.xml"/><Relationship Id="rId16" Type="http://schemas.openxmlformats.org/officeDocument/2006/relationships/slideLayout" Target="../slideLayouts/slideLayout92.xml"/><Relationship Id="rId20" Type="http://schemas.openxmlformats.org/officeDocument/2006/relationships/slideLayout" Target="../slideLayouts/slideLayout96.xml"/><Relationship Id="rId29" Type="http://schemas.openxmlformats.org/officeDocument/2006/relationships/slideLayout" Target="../slideLayouts/slideLayout105.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24" Type="http://schemas.openxmlformats.org/officeDocument/2006/relationships/slideLayout" Target="../slideLayouts/slideLayout100.xml"/><Relationship Id="rId32" Type="http://schemas.openxmlformats.org/officeDocument/2006/relationships/slideLayout" Target="../slideLayouts/slideLayout108.xml"/><Relationship Id="rId5" Type="http://schemas.openxmlformats.org/officeDocument/2006/relationships/slideLayout" Target="../slideLayouts/slideLayout81.xml"/><Relationship Id="rId15" Type="http://schemas.openxmlformats.org/officeDocument/2006/relationships/slideLayout" Target="../slideLayouts/slideLayout91.xml"/><Relationship Id="rId23" Type="http://schemas.openxmlformats.org/officeDocument/2006/relationships/slideLayout" Target="../slideLayouts/slideLayout99.xml"/><Relationship Id="rId28" Type="http://schemas.openxmlformats.org/officeDocument/2006/relationships/slideLayout" Target="../slideLayouts/slideLayout104.xml"/><Relationship Id="rId10" Type="http://schemas.openxmlformats.org/officeDocument/2006/relationships/slideLayout" Target="../slideLayouts/slideLayout86.xml"/><Relationship Id="rId19" Type="http://schemas.openxmlformats.org/officeDocument/2006/relationships/slideLayout" Target="../slideLayouts/slideLayout95.xml"/><Relationship Id="rId31" Type="http://schemas.openxmlformats.org/officeDocument/2006/relationships/slideLayout" Target="../slideLayouts/slideLayout107.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 Id="rId22" Type="http://schemas.openxmlformats.org/officeDocument/2006/relationships/slideLayout" Target="../slideLayouts/slideLayout98.xml"/><Relationship Id="rId27" Type="http://schemas.openxmlformats.org/officeDocument/2006/relationships/slideLayout" Target="../slideLayouts/slideLayout103.xml"/><Relationship Id="rId30" Type="http://schemas.openxmlformats.org/officeDocument/2006/relationships/slideLayout" Target="../slideLayouts/slideLayout106.xml"/><Relationship Id="rId35" Type="http://schemas.openxmlformats.org/officeDocument/2006/relationships/tags" Target="../tags/tag3.xml"/><Relationship Id="rId8"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199"/>
            <a:ext cx="11261723" cy="784226"/>
          </a:xfrm>
          <a:prstGeom prst="rect">
            <a:avLst/>
          </a:prstGeom>
        </p:spPr>
        <p:txBody>
          <a:bodyPr vert="horz" lIns="0" tIns="0" rIns="2286000" bIns="0" rtlCol="0" anchor="t" anchorCtr="0">
            <a:noAutofit/>
          </a:bodyPr>
          <a:lstStyle/>
          <a:p>
            <a:r>
              <a:rPr lang="en-US"/>
              <a:t>Click to edit </a:t>
            </a:r>
            <a:br>
              <a:rPr lang="en-US"/>
            </a:br>
            <a:r>
              <a:rPr lang="en-US"/>
              <a:t>Master title style</a:t>
            </a:r>
          </a:p>
        </p:txBody>
      </p:sp>
      <p:sp>
        <p:nvSpPr>
          <p:cNvPr id="3" name="Text Placeholder 2"/>
          <p:cNvSpPr>
            <a:spLocks noGrp="1"/>
          </p:cNvSpPr>
          <p:nvPr>
            <p:ph type="body" idx="1"/>
          </p:nvPr>
        </p:nvSpPr>
        <p:spPr>
          <a:xfrm>
            <a:off x="457200" y="1541417"/>
            <a:ext cx="11264900" cy="44672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7199" y="6519672"/>
            <a:ext cx="5943600" cy="91440"/>
          </a:xfrm>
          <a:prstGeom prst="rect">
            <a:avLst/>
          </a:prstGeom>
        </p:spPr>
        <p:txBody>
          <a:bodyPr vert="horz" lIns="0" tIns="0" rIns="0" bIns="0" rtlCol="0" anchor="t" anchorCtr="0"/>
          <a:lstStyle>
            <a:lvl1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1pPr>
            <a:lvl2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2pPr>
            <a:lvl3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3pPr>
            <a:lvl4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4pPr>
            <a:lvl5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5pPr>
            <a:lvl6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6pPr>
            <a:lvl7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7pPr>
            <a:lvl8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8pPr>
            <a:lvl9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9pPr>
          </a:lstStyle>
          <a:p>
            <a:pPr lvl="6"/>
            <a:r>
              <a:rPr lang="en-US"/>
              <a:t>© 2026 WTW. Proprietary and confidential. For WTW and WTW client use only.</a:t>
            </a:r>
          </a:p>
        </p:txBody>
      </p:sp>
      <p:sp>
        <p:nvSpPr>
          <p:cNvPr id="6" name="Slide Number Placeholder 5"/>
          <p:cNvSpPr>
            <a:spLocks noGrp="1"/>
          </p:cNvSpPr>
          <p:nvPr>
            <p:ph type="sldNum" sz="quarter" idx="4"/>
          </p:nvPr>
        </p:nvSpPr>
        <p:spPr>
          <a:xfrm>
            <a:off x="11427675" y="6400800"/>
            <a:ext cx="306387" cy="208758"/>
          </a:xfrm>
          <a:prstGeom prst="rect">
            <a:avLst/>
          </a:prstGeom>
        </p:spPr>
        <p:txBody>
          <a:bodyPr vert="horz" lIns="0" tIns="0" rIns="0" bIns="0" rtlCol="0" anchor="b" anchorCtr="0"/>
          <a:lstStyle>
            <a:lvl1pPr algn="r">
              <a:defRPr sz="900" b="0" i="0">
                <a:solidFill>
                  <a:schemeClr val="tx1"/>
                </a:solidFill>
                <a:latin typeface="+mn-lt"/>
                <a:ea typeface="Verdana" panose="020B0604030504040204" pitchFamily="34" charset="0"/>
                <a:cs typeface="Verdana" panose="020B060403050404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15" name="Rectangle 14">
            <a:extLst>
              <a:ext uri="{FF2B5EF4-FFF2-40B4-BE49-F238E27FC236}">
                <a16:creationId xmlns:a16="http://schemas.microsoft.com/office/drawing/2014/main" id="{A8F4805C-E7F8-4047-8891-12697F82EE26}"/>
              </a:ext>
            </a:extLst>
          </p:cNvPr>
          <p:cNvSpPr/>
          <p:nvPr userDrawn="1"/>
        </p:nvSpPr>
        <p:spPr>
          <a:xfrm>
            <a:off x="457200" y="6400800"/>
            <a:ext cx="413575" cy="92333"/>
          </a:xfrm>
          <a:prstGeom prst="rect">
            <a:avLst/>
          </a:prstGeom>
        </p:spPr>
        <p:txBody>
          <a:bodyPr wrap="none" lIns="0" tIns="0" rIns="0" bIns="0">
            <a:spAutoFit/>
          </a:bodyPr>
          <a:lstStyle/>
          <a:p>
            <a:pPr>
              <a:spcAft>
                <a:spcPts val="200"/>
              </a:spcAft>
            </a:pPr>
            <a:r>
              <a:rPr lang="en-GB" sz="600" b="1">
                <a:solidFill>
                  <a:srgbClr val="7F35B2"/>
                </a:solidFill>
              </a:rPr>
              <a:t>wtwco.com</a:t>
            </a:r>
          </a:p>
        </p:txBody>
      </p:sp>
    </p:spTree>
    <p:extLst>
      <p:ext uri="{BB962C8B-B14F-4D97-AF65-F5344CB8AC3E}">
        <p14:creationId xmlns:p14="http://schemas.microsoft.com/office/powerpoint/2010/main" val="11435523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703" r:id="rId8"/>
  </p:sldLayoutIdLst>
  <p:hf sldNum="0" hdr="0" dt="0"/>
  <p:txStyles>
    <p:title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p:titleStyle>
    <p:bodyStyle>
      <a:lvl1pPr marL="0" indent="0" algn="l" defTabSz="914400" rtl="0" eaLnBrk="1" latinLnBrk="0" hangingPunct="1">
        <a:lnSpc>
          <a:spcPct val="100000"/>
        </a:lnSpc>
        <a:spcBef>
          <a:spcPts val="0"/>
        </a:spcBef>
        <a:spcAft>
          <a:spcPts val="300"/>
        </a:spcAft>
        <a:buFont typeface="Arial" panose="020B0604020202020204" pitchFamily="34" charset="0"/>
        <a:buNone/>
        <a:defRPr sz="16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sz="1600" b="1" i="0" kern="1200">
          <a:solidFill>
            <a:schemeClr val="tx2"/>
          </a:solidFill>
          <a:latin typeface="Arial" panose="020B0604020202020204" pitchFamily="34" charset="0"/>
          <a:ea typeface="Roboto" panose="02000000000000000000" pitchFamily="2" charset="0"/>
          <a:cs typeface="Arial" panose="020B0604020202020204" pitchFamily="34" charset="0"/>
        </a:defRPr>
      </a:lvl2pPr>
      <a:lvl3pPr marL="228600" indent="-228600" algn="l" defTabSz="292608" rtl="0" eaLnBrk="1" latinLnBrk="0" hangingPunct="1">
        <a:lnSpc>
          <a:spcPct val="100000"/>
        </a:lnSpc>
        <a:spcBef>
          <a:spcPts val="0"/>
        </a:spcBef>
        <a:spcAft>
          <a:spcPts val="300"/>
        </a:spcAft>
        <a:buClr>
          <a:schemeClr val="tx2"/>
        </a:buClr>
        <a:buFont typeface="Arial" panose="020B0604020202020204" pitchFamily="34" charset="0"/>
        <a:buChar char="•"/>
        <a:tabLst>
          <a:tab pos="276225" algn="l"/>
          <a:tab pos="584200" algn="l"/>
        </a:tabLst>
        <a:defRPr sz="1600" b="0" i="0" kern="1200">
          <a:solidFill>
            <a:schemeClr val="tx1"/>
          </a:solidFill>
          <a:latin typeface="+mn-lt"/>
          <a:ea typeface="Roboto" panose="02000000000000000000" pitchFamily="2" charset="0"/>
          <a:cs typeface="Times New Roman" panose="02020603050405020304" pitchFamily="18" charset="0"/>
        </a:defRPr>
      </a:lvl3pPr>
      <a:lvl4pPr marL="457200" marR="0" indent="-228600" algn="l" defTabSz="292608" rtl="0" eaLnBrk="1" fontAlgn="auto" latinLnBrk="0" hangingPunct="1">
        <a:lnSpc>
          <a:spcPct val="100000"/>
        </a:lnSpc>
        <a:spcBef>
          <a:spcPts val="0"/>
        </a:spcBef>
        <a:spcAft>
          <a:spcPts val="300"/>
        </a:spcAft>
        <a:buClr>
          <a:schemeClr val="tx2"/>
        </a:buClr>
        <a:buSzPct val="100000"/>
        <a:buFont typeface="System Font Regular"/>
        <a:buChar char="–"/>
        <a:tabLst/>
        <a:defRPr sz="1400" b="0" i="0" kern="1200">
          <a:solidFill>
            <a:schemeClr val="tx1"/>
          </a:solidFill>
          <a:latin typeface="+mn-lt"/>
          <a:ea typeface="Roboto" panose="02000000000000000000" pitchFamily="2" charset="0"/>
          <a:cs typeface="Times New Roman" panose="02020603050405020304" pitchFamily="18" charset="0"/>
        </a:defRPr>
      </a:lvl4pPr>
      <a:lvl5pPr marL="685800" indent="-228600" algn="l" defTabSz="292608" rtl="0" eaLnBrk="1" latinLnBrk="0" hangingPunct="1">
        <a:lnSpc>
          <a:spcPct val="100000"/>
        </a:lnSpc>
        <a:spcBef>
          <a:spcPts val="0"/>
        </a:spcBef>
        <a:spcAft>
          <a:spcPts val="300"/>
        </a:spcAft>
        <a:buClr>
          <a:schemeClr val="tx2"/>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Times New Roman" panose="02020603050405020304" pitchFamily="18" charset="0"/>
        </a:defRPr>
      </a:lvl5pPr>
      <a:lvl6pPr marL="914400" indent="-2286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Times New Roman" panose="02020603050405020304" pitchFamily="18" charset="0"/>
        </a:defRPr>
      </a:lvl6pPr>
      <a:lvl7pPr marL="2286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600" b="0" i="0" kern="1200">
          <a:solidFill>
            <a:schemeClr val="tx1"/>
          </a:solidFill>
          <a:latin typeface="+mn-lt"/>
          <a:ea typeface="Roboto" panose="02000000000000000000" pitchFamily="2" charset="0"/>
          <a:cs typeface="Times New Roman" panose="02020603050405020304" pitchFamily="18" charset="0"/>
        </a:defRPr>
      </a:lvl7pPr>
      <a:lvl8pPr marL="4572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400" b="0" i="0" kern="1200">
          <a:solidFill>
            <a:schemeClr val="tx1"/>
          </a:solidFill>
          <a:latin typeface="+mn-lt"/>
          <a:ea typeface="Roboto" panose="02000000000000000000" pitchFamily="2" charset="0"/>
          <a:cs typeface="Times New Roman" panose="02020603050405020304" pitchFamily="18" charset="0"/>
        </a:defRPr>
      </a:lvl8pPr>
      <a:lvl9pPr marL="6858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200" b="0" i="0" kern="1200">
          <a:solidFill>
            <a:schemeClr val="tx1"/>
          </a:solidFill>
          <a:latin typeface="+mn-lt"/>
          <a:ea typeface="Roboto" panose="02000000000000000000" pitchFamily="2" charset="0"/>
          <a:cs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p15:clr>
            <a:srgbClr val="F26B43"/>
          </p15:clr>
        </p15:guide>
        <p15:guide id="3" pos="288">
          <p15:clr>
            <a:srgbClr val="F26B43"/>
          </p15:clr>
        </p15:guide>
        <p15:guide id="10" pos="3840">
          <p15:clr>
            <a:srgbClr val="F26B43"/>
          </p15:clr>
        </p15:guide>
        <p15:guide id="12" pos="3912">
          <p15:clr>
            <a:srgbClr val="F26B43"/>
          </p15:clr>
        </p15:guide>
        <p15:guide id="13" pos="7389">
          <p15:clr>
            <a:srgbClr val="F26B43"/>
          </p15:clr>
        </p15:guide>
        <p15:guide id="15" pos="4976">
          <p15:clr>
            <a:srgbClr val="F26B43"/>
          </p15:clr>
        </p15:guide>
        <p15:guide id="16" pos="5118">
          <p15:clr>
            <a:srgbClr val="F26B43"/>
          </p15:clr>
        </p15:guide>
        <p15:guide id="23" orient="horz" pos="4204">
          <p15:clr>
            <a:srgbClr val="F26B43"/>
          </p15:clr>
        </p15:guide>
        <p15:guide id="31" orient="horz" pos="3785">
          <p15:clr>
            <a:srgbClr val="F26B43"/>
          </p15:clr>
        </p15:guide>
        <p15:guide id="32" orient="horz" pos="3960">
          <p15:clr>
            <a:srgbClr val="F26B43"/>
          </p15:clr>
        </p15:guide>
        <p15:guide id="37" pos="2560">
          <p15:clr>
            <a:srgbClr val="F26B43"/>
          </p15:clr>
        </p15:guide>
        <p15:guide id="40" pos="3768">
          <p15:clr>
            <a:srgbClr val="F26B43"/>
          </p15:clr>
        </p15:guide>
        <p15:guide id="48" orient="horz" pos="1152">
          <p15:clr>
            <a:srgbClr val="F26B43"/>
          </p15:clr>
        </p15:guide>
        <p15:guide id="49" orient="horz" pos="783">
          <p15:clr>
            <a:srgbClr val="F26B43"/>
          </p15:clr>
        </p15:guide>
        <p15:guide id="51"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199"/>
            <a:ext cx="11261723" cy="784226"/>
          </a:xfrm>
          <a:prstGeom prst="rect">
            <a:avLst/>
          </a:prstGeom>
        </p:spPr>
        <p:txBody>
          <a:bodyPr vert="horz" lIns="0" tIns="0" rIns="2286000" bIns="0" rtlCol="0" anchor="t" anchorCtr="0">
            <a:noAutofit/>
          </a:bodyPr>
          <a:lstStyle/>
          <a:p>
            <a:r>
              <a:rPr lang="en-US"/>
              <a:t>Click to edit </a:t>
            </a:r>
            <a:br>
              <a:rPr lang="en-US"/>
            </a:br>
            <a:r>
              <a:rPr lang="en-US"/>
              <a:t>Master title style</a:t>
            </a:r>
          </a:p>
        </p:txBody>
      </p:sp>
      <p:sp>
        <p:nvSpPr>
          <p:cNvPr id="3" name="MasterTextPlaceholder"/>
          <p:cNvSpPr>
            <a:spLocks noGrp="1"/>
          </p:cNvSpPr>
          <p:nvPr>
            <p:ph type="body" idx="1"/>
          </p:nvPr>
        </p:nvSpPr>
        <p:spPr>
          <a:xfrm>
            <a:off x="457200" y="1541417"/>
            <a:ext cx="11264900" cy="44672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7199" y="6519672"/>
            <a:ext cx="3474720" cy="91440"/>
          </a:xfrm>
          <a:prstGeom prst="rect">
            <a:avLst/>
          </a:prstGeom>
        </p:spPr>
        <p:txBody>
          <a:bodyPr vert="horz" lIns="0" tIns="0" rIns="0" bIns="0" rtlCol="0" anchor="t" anchorCtr="0"/>
          <a:lstStyle>
            <a:lvl1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1pPr>
            <a:lvl2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2pPr>
            <a:lvl3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3pPr>
            <a:lvl4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4pPr>
            <a:lvl5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5pPr>
            <a:lvl6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6pPr>
            <a:lvl7pPr marL="0" indent="0" algn="l">
              <a:tabLst/>
              <a:defRPr sz="600" b="0" i="0" cap="none" baseline="0">
                <a:solidFill>
                  <a:schemeClr val="tx1"/>
                </a:solidFill>
                <a:latin typeface="+mn-lt"/>
                <a:ea typeface="Roboto" panose="02000000000000000000" pitchFamily="2" charset="0"/>
                <a:cs typeface="Verdana" panose="020B0604030504040204" pitchFamily="34" charset="0"/>
              </a:defRPr>
            </a:lvl7pPr>
            <a:lvl8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8pPr>
            <a:lvl9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9pPr>
          </a:lstStyle>
          <a:p>
            <a:pPr lvl="6"/>
            <a:r>
              <a:rPr lang="en-US"/>
              <a:t>© YYYY WTW. Proprietary and confidential. For WTW and WTW client use only.</a:t>
            </a:r>
          </a:p>
        </p:txBody>
      </p:sp>
      <p:sp>
        <p:nvSpPr>
          <p:cNvPr id="6" name="Slide Number Placeholder 5"/>
          <p:cNvSpPr>
            <a:spLocks noGrp="1"/>
          </p:cNvSpPr>
          <p:nvPr>
            <p:ph type="sldNum" sz="quarter" idx="4"/>
          </p:nvPr>
        </p:nvSpPr>
        <p:spPr>
          <a:xfrm>
            <a:off x="11427675" y="6400800"/>
            <a:ext cx="306387" cy="208758"/>
          </a:xfrm>
          <a:prstGeom prst="rect">
            <a:avLst/>
          </a:prstGeom>
        </p:spPr>
        <p:txBody>
          <a:bodyPr vert="horz" lIns="0" tIns="0" rIns="0" bIns="0" rtlCol="0" anchor="b" anchorCtr="0"/>
          <a:lstStyle>
            <a:lvl1pPr algn="r">
              <a:defRPr sz="900" b="0" i="0">
                <a:solidFill>
                  <a:schemeClr val="tx1"/>
                </a:solidFill>
                <a:latin typeface="+mn-lt"/>
                <a:ea typeface="Verdana" panose="020B0604030504040204" pitchFamily="34" charset="0"/>
                <a:cs typeface="Verdana" panose="020B060403050404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7" name="Path" hidden="1">
            <a:extLst>
              <a:ext uri="{FF2B5EF4-FFF2-40B4-BE49-F238E27FC236}">
                <a16:creationId xmlns:a16="http://schemas.microsoft.com/office/drawing/2014/main" id="{F9C5059E-AB21-79D2-2207-5DE44F25F6A8}"/>
              </a:ext>
            </a:extLst>
          </p:cNvPr>
          <p:cNvSpPr txBox="1">
            <a:spLocks/>
          </p:cNvSpPr>
          <p:nvPr userDrawn="1"/>
        </p:nvSpPr>
        <p:spPr>
          <a:xfrm>
            <a:off x="4205077" y="6519672"/>
            <a:ext cx="3474720" cy="91440"/>
          </a:xfrm>
          <a:prstGeom prst="rect">
            <a:avLst/>
          </a:prstGeom>
        </p:spPr>
        <p:txBody>
          <a:bodyPr vert="horz" lIns="0" tIns="0" rIns="0" bIns="0" rtlCol="0" anchor="t" anchorCtr="0"/>
          <a:lstStyle>
            <a:defPPr>
              <a:defRPr lang="en-US"/>
            </a:defPPr>
            <a:lvl1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1pPr>
            <a:lvl2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2pPr>
            <a:lvl3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3pPr>
            <a:lvl4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4pPr>
            <a:lvl5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5pPr>
            <a:lvl6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6pPr>
            <a:lvl7pPr marL="0" indent="0"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7pPr>
            <a:lvl8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8pPr>
            <a:lvl9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9pPr>
          </a:lstStyle>
          <a:p>
            <a:pPr lvl="6"/>
            <a:r>
              <a:rPr lang="en-US"/>
              <a:t>Path</a:t>
            </a:r>
          </a:p>
        </p:txBody>
      </p:sp>
      <p:sp>
        <p:nvSpPr>
          <p:cNvPr id="4" name="Draft">
            <a:extLst>
              <a:ext uri="{FF2B5EF4-FFF2-40B4-BE49-F238E27FC236}">
                <a16:creationId xmlns:a16="http://schemas.microsoft.com/office/drawing/2014/main" id="{8B59C06F-AAAE-21A1-F207-3FDF3B30F14D}"/>
              </a:ext>
            </a:extLst>
          </p:cNvPr>
          <p:cNvSpPr/>
          <p:nvPr userDrawn="1">
            <p:custDataLst>
              <p:tags r:id="rId36"/>
            </p:custDataLst>
          </p:nvPr>
        </p:nvSpPr>
        <p:spPr bwMode="auto">
          <a:xfrm rot="19671443">
            <a:off x="2648365" y="1957824"/>
            <a:ext cx="6895269" cy="2942351"/>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lang="en-GB" sz="12000" b="0" i="0">
                <a:solidFill>
                  <a:schemeClr val="bg1">
                    <a:lumMod val="85000"/>
                  </a:schemeClr>
                </a:solidFill>
                <a:latin typeface="+mn-lt"/>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251555569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Lst>
  <p:hf hdr="0" dt="0"/>
  <p:txStyles>
    <p:title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p:titleStyle>
    <p:bodyStyle>
      <a:lvl1pPr marL="0" indent="0" algn="l" defTabSz="914400" rtl="0" eaLnBrk="1" latinLnBrk="0" hangingPunct="1">
        <a:lnSpc>
          <a:spcPct val="100000"/>
        </a:lnSpc>
        <a:spcBef>
          <a:spcPts val="0"/>
        </a:spcBef>
        <a:spcAft>
          <a:spcPts val="300"/>
        </a:spcAft>
        <a:buFont typeface="Arial" panose="020B0604020202020204" pitchFamily="34" charset="0"/>
        <a:buNone/>
        <a:defRPr sz="16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sz="1600" b="1" i="0" kern="1200">
          <a:solidFill>
            <a:schemeClr val="tx2"/>
          </a:solidFill>
          <a:latin typeface="Arial" panose="020B0604020202020204" pitchFamily="34" charset="0"/>
          <a:ea typeface="Roboto" panose="02000000000000000000" pitchFamily="2" charset="0"/>
          <a:cs typeface="Arial" panose="020B0604020202020204" pitchFamily="34" charset="0"/>
        </a:defRPr>
      </a:lvl2pPr>
      <a:lvl3pPr marL="228600" indent="-228600" algn="l" defTabSz="292608" rtl="0" eaLnBrk="1" latinLnBrk="0" hangingPunct="1">
        <a:lnSpc>
          <a:spcPct val="100000"/>
        </a:lnSpc>
        <a:spcBef>
          <a:spcPts val="0"/>
        </a:spcBef>
        <a:spcAft>
          <a:spcPts val="300"/>
        </a:spcAft>
        <a:buClr>
          <a:schemeClr val="tx2"/>
        </a:buClr>
        <a:buFont typeface="Arial" panose="020B0604020202020204" pitchFamily="34" charset="0"/>
        <a:buChar char="•"/>
        <a:tabLst>
          <a:tab pos="276225" algn="l"/>
          <a:tab pos="584200" algn="l"/>
        </a:tabLst>
        <a:defRPr sz="1600" b="0" i="0" kern="1200">
          <a:solidFill>
            <a:schemeClr val="tx1"/>
          </a:solidFill>
          <a:latin typeface="+mn-lt"/>
          <a:ea typeface="Roboto" panose="02000000000000000000" pitchFamily="2" charset="0"/>
          <a:cs typeface="Times New Roman" panose="02020603050405020304" pitchFamily="18" charset="0"/>
        </a:defRPr>
      </a:lvl3pPr>
      <a:lvl4pPr marL="457200" marR="0" indent="-228600" algn="l" defTabSz="292608" rtl="0" eaLnBrk="1" fontAlgn="auto" latinLnBrk="0" hangingPunct="1">
        <a:lnSpc>
          <a:spcPct val="100000"/>
        </a:lnSpc>
        <a:spcBef>
          <a:spcPts val="0"/>
        </a:spcBef>
        <a:spcAft>
          <a:spcPts val="300"/>
        </a:spcAft>
        <a:buClr>
          <a:schemeClr val="tx2"/>
        </a:buClr>
        <a:buSzPct val="100000"/>
        <a:buFont typeface="System Font Regular"/>
        <a:buChar char="–"/>
        <a:tabLst/>
        <a:defRPr sz="1400" b="0" i="0" kern="1200">
          <a:solidFill>
            <a:schemeClr val="tx1"/>
          </a:solidFill>
          <a:latin typeface="+mn-lt"/>
          <a:ea typeface="Roboto" panose="02000000000000000000" pitchFamily="2" charset="0"/>
          <a:cs typeface="Times New Roman" panose="02020603050405020304" pitchFamily="18" charset="0"/>
        </a:defRPr>
      </a:lvl4pPr>
      <a:lvl5pPr marL="685800" indent="-228600" algn="l" defTabSz="292608" rtl="0" eaLnBrk="1" latinLnBrk="0" hangingPunct="1">
        <a:lnSpc>
          <a:spcPct val="100000"/>
        </a:lnSpc>
        <a:spcBef>
          <a:spcPts val="0"/>
        </a:spcBef>
        <a:spcAft>
          <a:spcPts val="300"/>
        </a:spcAft>
        <a:buClr>
          <a:schemeClr val="tx2"/>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Times New Roman" panose="02020603050405020304" pitchFamily="18" charset="0"/>
        </a:defRPr>
      </a:lvl5pPr>
      <a:lvl6pPr marL="914400" indent="-2286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Times New Roman" panose="02020603050405020304" pitchFamily="18" charset="0"/>
        </a:defRPr>
      </a:lvl6pPr>
      <a:lvl7pPr marL="2286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600" b="0" i="0" kern="1200">
          <a:solidFill>
            <a:schemeClr val="tx1"/>
          </a:solidFill>
          <a:latin typeface="+mn-lt"/>
          <a:ea typeface="Roboto" panose="02000000000000000000" pitchFamily="2" charset="0"/>
          <a:cs typeface="Times New Roman" panose="02020603050405020304" pitchFamily="18" charset="0"/>
        </a:defRPr>
      </a:lvl7pPr>
      <a:lvl8pPr marL="4572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400" b="0" i="0" kern="1200">
          <a:solidFill>
            <a:schemeClr val="tx1"/>
          </a:solidFill>
          <a:latin typeface="+mn-lt"/>
          <a:ea typeface="Roboto" panose="02000000000000000000" pitchFamily="2" charset="0"/>
          <a:cs typeface="Times New Roman" panose="02020603050405020304" pitchFamily="18" charset="0"/>
        </a:defRPr>
      </a:lvl8pPr>
      <a:lvl9pPr marL="6858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200" b="0" i="0" kern="1200">
          <a:solidFill>
            <a:schemeClr val="tx1"/>
          </a:solidFill>
          <a:latin typeface="+mn-lt"/>
          <a:ea typeface="Roboto" panose="02000000000000000000" pitchFamily="2" charset="0"/>
          <a:cs typeface="Times New Roman" panose="02020603050405020304" pitchFamily="18" charset="0"/>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p15:clr>
            <a:srgbClr val="F26B43"/>
          </p15:clr>
        </p15:guide>
        <p15:guide id="3" pos="288">
          <p15:clr>
            <a:srgbClr val="F26B43"/>
          </p15:clr>
        </p15:guide>
        <p15:guide id="10" pos="3840">
          <p15:clr>
            <a:srgbClr val="F26B43"/>
          </p15:clr>
        </p15:guide>
        <p15:guide id="12" pos="3912">
          <p15:clr>
            <a:srgbClr val="F26B43"/>
          </p15:clr>
        </p15:guide>
        <p15:guide id="13" pos="7389">
          <p15:clr>
            <a:srgbClr val="F26B43"/>
          </p15:clr>
        </p15:guide>
        <p15:guide id="15" pos="4976">
          <p15:clr>
            <a:srgbClr val="F26B43"/>
          </p15:clr>
        </p15:guide>
        <p15:guide id="16" pos="5118">
          <p15:clr>
            <a:srgbClr val="F26B43"/>
          </p15:clr>
        </p15:guide>
        <p15:guide id="23" orient="horz" pos="4200">
          <p15:clr>
            <a:srgbClr val="F26B43"/>
          </p15:clr>
        </p15:guide>
        <p15:guide id="31" orient="horz" pos="3785">
          <p15:clr>
            <a:srgbClr val="F26B43"/>
          </p15:clr>
        </p15:guide>
        <p15:guide id="32" orient="horz" pos="3936">
          <p15:clr>
            <a:srgbClr val="F26B43"/>
          </p15:clr>
        </p15:guide>
        <p15:guide id="37" pos="2560">
          <p15:clr>
            <a:srgbClr val="F26B43"/>
          </p15:clr>
        </p15:guide>
        <p15:guide id="40" pos="3768">
          <p15:clr>
            <a:srgbClr val="F26B43"/>
          </p15:clr>
        </p15:guide>
        <p15:guide id="48" orient="horz" pos="1152">
          <p15:clr>
            <a:srgbClr val="F26B43"/>
          </p15:clr>
        </p15:guide>
        <p15:guide id="49" orient="horz" pos="783">
          <p15:clr>
            <a:srgbClr val="F26B43"/>
          </p15:clr>
        </p15:guide>
        <p15:guide id="51" orient="horz" pos="2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199"/>
            <a:ext cx="11261723" cy="784226"/>
          </a:xfrm>
          <a:prstGeom prst="rect">
            <a:avLst/>
          </a:prstGeom>
        </p:spPr>
        <p:txBody>
          <a:bodyPr vert="horz" lIns="0" tIns="0" rIns="2286000" bIns="0" rtlCol="0" anchor="t" anchorCtr="0">
            <a:noAutofit/>
          </a:bodyPr>
          <a:lstStyle/>
          <a:p>
            <a:r>
              <a:rPr lang="en-US"/>
              <a:t>Click to edit </a:t>
            </a:r>
            <a:br>
              <a:rPr lang="en-US"/>
            </a:br>
            <a:r>
              <a:rPr lang="en-US"/>
              <a:t>Master title style</a:t>
            </a:r>
          </a:p>
        </p:txBody>
      </p:sp>
      <p:sp>
        <p:nvSpPr>
          <p:cNvPr id="3" name="MasterTextPlaceholder"/>
          <p:cNvSpPr>
            <a:spLocks noGrp="1"/>
          </p:cNvSpPr>
          <p:nvPr>
            <p:ph type="body" idx="1"/>
          </p:nvPr>
        </p:nvSpPr>
        <p:spPr>
          <a:xfrm>
            <a:off x="457200" y="1541417"/>
            <a:ext cx="11264900" cy="44672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7199" y="6519672"/>
            <a:ext cx="3474720" cy="91440"/>
          </a:xfrm>
          <a:prstGeom prst="rect">
            <a:avLst/>
          </a:prstGeom>
        </p:spPr>
        <p:txBody>
          <a:bodyPr vert="horz" lIns="0" tIns="0" rIns="0" bIns="0" rtlCol="0" anchor="t" anchorCtr="0"/>
          <a:lstStyle>
            <a:lvl1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1pPr>
            <a:lvl2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2pPr>
            <a:lvl3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3pPr>
            <a:lvl4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4pPr>
            <a:lvl5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5pPr>
            <a:lvl6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6pPr>
            <a:lvl7pPr marL="0" indent="0" algn="l">
              <a:tabLst/>
              <a:defRPr sz="600" b="0" i="0" cap="none" baseline="0">
                <a:solidFill>
                  <a:schemeClr val="tx1"/>
                </a:solidFill>
                <a:latin typeface="+mn-lt"/>
                <a:ea typeface="Roboto" panose="02000000000000000000" pitchFamily="2" charset="0"/>
                <a:cs typeface="Verdana" panose="020B0604030504040204" pitchFamily="34" charset="0"/>
              </a:defRPr>
            </a:lvl7pPr>
            <a:lvl8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8pPr>
            <a:lvl9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9pPr>
          </a:lstStyle>
          <a:p>
            <a:pPr lvl="6"/>
            <a:r>
              <a:rPr lang="en-US"/>
              <a:t>© 2026 WTW. Proprietary and confidential. For WTW and WTW client use only.</a:t>
            </a:r>
          </a:p>
        </p:txBody>
      </p:sp>
      <p:sp>
        <p:nvSpPr>
          <p:cNvPr id="6" name="Slide Number Placeholder 5"/>
          <p:cNvSpPr>
            <a:spLocks noGrp="1"/>
          </p:cNvSpPr>
          <p:nvPr>
            <p:ph type="sldNum" sz="quarter" idx="4"/>
          </p:nvPr>
        </p:nvSpPr>
        <p:spPr>
          <a:xfrm>
            <a:off x="11427675" y="6400800"/>
            <a:ext cx="306387" cy="208758"/>
          </a:xfrm>
          <a:prstGeom prst="rect">
            <a:avLst/>
          </a:prstGeom>
        </p:spPr>
        <p:txBody>
          <a:bodyPr vert="horz" lIns="0" tIns="0" rIns="0" bIns="0" rtlCol="0" anchor="b" anchorCtr="0"/>
          <a:lstStyle>
            <a:lvl1pPr algn="r">
              <a:defRPr sz="900" b="0" i="0">
                <a:solidFill>
                  <a:schemeClr val="tx1"/>
                </a:solidFill>
                <a:latin typeface="+mn-lt"/>
                <a:ea typeface="Verdana" panose="020B0604030504040204" pitchFamily="34" charset="0"/>
                <a:cs typeface="Verdana" panose="020B060403050404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7" name="Path" hidden="1">
            <a:extLst>
              <a:ext uri="{FF2B5EF4-FFF2-40B4-BE49-F238E27FC236}">
                <a16:creationId xmlns:a16="http://schemas.microsoft.com/office/drawing/2014/main" id="{F9C5059E-AB21-79D2-2207-5DE44F25F6A8}"/>
              </a:ext>
            </a:extLst>
          </p:cNvPr>
          <p:cNvSpPr txBox="1">
            <a:spLocks/>
          </p:cNvSpPr>
          <p:nvPr userDrawn="1"/>
        </p:nvSpPr>
        <p:spPr>
          <a:xfrm>
            <a:off x="4205077" y="6519672"/>
            <a:ext cx="3474720" cy="91440"/>
          </a:xfrm>
          <a:prstGeom prst="rect">
            <a:avLst/>
          </a:prstGeom>
        </p:spPr>
        <p:txBody>
          <a:bodyPr vert="horz" lIns="0" tIns="0" rIns="0" bIns="0" rtlCol="0" anchor="t" anchorCtr="0"/>
          <a:lstStyle>
            <a:defPPr>
              <a:defRPr lang="en-US"/>
            </a:defPPr>
            <a:lvl1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1pPr>
            <a:lvl2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2pPr>
            <a:lvl3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3pPr>
            <a:lvl4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4pPr>
            <a:lvl5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5pPr>
            <a:lvl6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6pPr>
            <a:lvl7pPr marL="0" indent="0"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7pPr>
            <a:lvl8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8pPr>
            <a:lvl9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9pPr>
          </a:lstStyle>
          <a:p>
            <a:pPr lvl="6"/>
            <a:r>
              <a:rPr lang="en-US"/>
              <a:t>Path</a:t>
            </a:r>
          </a:p>
        </p:txBody>
      </p:sp>
      <p:sp>
        <p:nvSpPr>
          <p:cNvPr id="4" name="Draft">
            <a:extLst>
              <a:ext uri="{FF2B5EF4-FFF2-40B4-BE49-F238E27FC236}">
                <a16:creationId xmlns:a16="http://schemas.microsoft.com/office/drawing/2014/main" id="{8B59C06F-AAAE-21A1-F207-3FDF3B30F14D}"/>
              </a:ext>
            </a:extLst>
          </p:cNvPr>
          <p:cNvSpPr/>
          <p:nvPr userDrawn="1">
            <p:custDataLst>
              <p:tags r:id="rId36"/>
            </p:custDataLst>
          </p:nvPr>
        </p:nvSpPr>
        <p:spPr bwMode="auto">
          <a:xfrm rot="19671443">
            <a:off x="2648365" y="1957824"/>
            <a:ext cx="6895269" cy="2942351"/>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lang="en-GB" sz="12000" b="0" i="0">
                <a:solidFill>
                  <a:schemeClr val="bg1">
                    <a:lumMod val="85000"/>
                  </a:schemeClr>
                </a:solidFill>
                <a:latin typeface="+mn-lt"/>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414253675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 id="2147483734" r:id="rId30"/>
    <p:sldLayoutId id="2147483735" r:id="rId31"/>
    <p:sldLayoutId id="2147483736" r:id="rId32"/>
    <p:sldLayoutId id="2147483737" r:id="rId33"/>
    <p:sldLayoutId id="2147483738" r:id="rId34"/>
  </p:sldLayoutIdLst>
  <p:hf hdr="0" dt="0"/>
  <p:txStyles>
    <p:title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p:titleStyle>
    <p:bodyStyle>
      <a:lvl1pPr marL="0" indent="0" algn="l" defTabSz="914400" rtl="0" eaLnBrk="1" latinLnBrk="0" hangingPunct="1">
        <a:lnSpc>
          <a:spcPct val="100000"/>
        </a:lnSpc>
        <a:spcBef>
          <a:spcPts val="0"/>
        </a:spcBef>
        <a:spcAft>
          <a:spcPts val="300"/>
        </a:spcAft>
        <a:buFont typeface="Arial" panose="020B0604020202020204" pitchFamily="34" charset="0"/>
        <a:buNone/>
        <a:defRPr sz="16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sz="1600" b="1" i="0" kern="1200">
          <a:solidFill>
            <a:schemeClr val="tx2"/>
          </a:solidFill>
          <a:latin typeface="Arial" panose="020B0604020202020204" pitchFamily="34" charset="0"/>
          <a:ea typeface="Roboto" panose="02000000000000000000" pitchFamily="2" charset="0"/>
          <a:cs typeface="Arial" panose="020B0604020202020204" pitchFamily="34" charset="0"/>
        </a:defRPr>
      </a:lvl2pPr>
      <a:lvl3pPr marL="228600" indent="-228600" algn="l" defTabSz="292608" rtl="0" eaLnBrk="1" latinLnBrk="0" hangingPunct="1">
        <a:lnSpc>
          <a:spcPct val="100000"/>
        </a:lnSpc>
        <a:spcBef>
          <a:spcPts val="0"/>
        </a:spcBef>
        <a:spcAft>
          <a:spcPts val="300"/>
        </a:spcAft>
        <a:buClr>
          <a:schemeClr val="tx2"/>
        </a:buClr>
        <a:buFont typeface="Arial" panose="020B0604020202020204" pitchFamily="34" charset="0"/>
        <a:buChar char="•"/>
        <a:tabLst>
          <a:tab pos="276225" algn="l"/>
          <a:tab pos="584200" algn="l"/>
        </a:tabLst>
        <a:defRPr sz="1600" b="0" i="0" kern="1200">
          <a:solidFill>
            <a:schemeClr val="tx1"/>
          </a:solidFill>
          <a:latin typeface="+mn-lt"/>
          <a:ea typeface="Roboto" panose="02000000000000000000" pitchFamily="2" charset="0"/>
          <a:cs typeface="Times New Roman" panose="02020603050405020304" pitchFamily="18" charset="0"/>
        </a:defRPr>
      </a:lvl3pPr>
      <a:lvl4pPr marL="457200" marR="0" indent="-228600" algn="l" defTabSz="292608" rtl="0" eaLnBrk="1" fontAlgn="auto" latinLnBrk="0" hangingPunct="1">
        <a:lnSpc>
          <a:spcPct val="100000"/>
        </a:lnSpc>
        <a:spcBef>
          <a:spcPts val="0"/>
        </a:spcBef>
        <a:spcAft>
          <a:spcPts val="300"/>
        </a:spcAft>
        <a:buClr>
          <a:schemeClr val="tx2"/>
        </a:buClr>
        <a:buSzPct val="100000"/>
        <a:buFont typeface="System Font Regular"/>
        <a:buChar char="–"/>
        <a:tabLst/>
        <a:defRPr sz="1400" b="0" i="0" kern="1200">
          <a:solidFill>
            <a:schemeClr val="tx1"/>
          </a:solidFill>
          <a:latin typeface="+mn-lt"/>
          <a:ea typeface="Roboto" panose="02000000000000000000" pitchFamily="2" charset="0"/>
          <a:cs typeface="Times New Roman" panose="02020603050405020304" pitchFamily="18" charset="0"/>
        </a:defRPr>
      </a:lvl4pPr>
      <a:lvl5pPr marL="685800" indent="-228600" algn="l" defTabSz="292608" rtl="0" eaLnBrk="1" latinLnBrk="0" hangingPunct="1">
        <a:lnSpc>
          <a:spcPct val="100000"/>
        </a:lnSpc>
        <a:spcBef>
          <a:spcPts val="0"/>
        </a:spcBef>
        <a:spcAft>
          <a:spcPts val="300"/>
        </a:spcAft>
        <a:buClr>
          <a:schemeClr val="tx2"/>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Times New Roman" panose="02020603050405020304" pitchFamily="18" charset="0"/>
        </a:defRPr>
      </a:lvl5pPr>
      <a:lvl6pPr marL="914400" indent="-2286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Times New Roman" panose="02020603050405020304" pitchFamily="18" charset="0"/>
        </a:defRPr>
      </a:lvl6pPr>
      <a:lvl7pPr marL="2286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600" b="0" i="0" kern="1200">
          <a:solidFill>
            <a:schemeClr val="tx1"/>
          </a:solidFill>
          <a:latin typeface="+mn-lt"/>
          <a:ea typeface="Roboto" panose="02000000000000000000" pitchFamily="2" charset="0"/>
          <a:cs typeface="Times New Roman" panose="02020603050405020304" pitchFamily="18" charset="0"/>
        </a:defRPr>
      </a:lvl7pPr>
      <a:lvl8pPr marL="4572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400" b="0" i="0" kern="1200">
          <a:solidFill>
            <a:schemeClr val="tx1"/>
          </a:solidFill>
          <a:latin typeface="+mn-lt"/>
          <a:ea typeface="Roboto" panose="02000000000000000000" pitchFamily="2" charset="0"/>
          <a:cs typeface="Times New Roman" panose="02020603050405020304" pitchFamily="18" charset="0"/>
        </a:defRPr>
      </a:lvl8pPr>
      <a:lvl9pPr marL="6858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200" b="0" i="0" kern="1200">
          <a:solidFill>
            <a:schemeClr val="tx1"/>
          </a:solidFill>
          <a:latin typeface="+mn-lt"/>
          <a:ea typeface="Roboto" panose="02000000000000000000" pitchFamily="2" charset="0"/>
          <a:cs typeface="Times New Roman" panose="02020603050405020304" pitchFamily="18" charset="0"/>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p15:clr>
            <a:srgbClr val="F26B43"/>
          </p15:clr>
        </p15:guide>
        <p15:guide id="3" pos="288">
          <p15:clr>
            <a:srgbClr val="F26B43"/>
          </p15:clr>
        </p15:guide>
        <p15:guide id="10" pos="3840">
          <p15:clr>
            <a:srgbClr val="F26B43"/>
          </p15:clr>
        </p15:guide>
        <p15:guide id="12" pos="3912">
          <p15:clr>
            <a:srgbClr val="F26B43"/>
          </p15:clr>
        </p15:guide>
        <p15:guide id="13" pos="7389">
          <p15:clr>
            <a:srgbClr val="F26B43"/>
          </p15:clr>
        </p15:guide>
        <p15:guide id="15" pos="4976">
          <p15:clr>
            <a:srgbClr val="F26B43"/>
          </p15:clr>
        </p15:guide>
        <p15:guide id="16" pos="5118">
          <p15:clr>
            <a:srgbClr val="F26B43"/>
          </p15:clr>
        </p15:guide>
        <p15:guide id="23" orient="horz" pos="4200">
          <p15:clr>
            <a:srgbClr val="F26B43"/>
          </p15:clr>
        </p15:guide>
        <p15:guide id="31" orient="horz" pos="3785">
          <p15:clr>
            <a:srgbClr val="F26B43"/>
          </p15:clr>
        </p15:guide>
        <p15:guide id="32" orient="horz" pos="3936">
          <p15:clr>
            <a:srgbClr val="F26B43"/>
          </p15:clr>
        </p15:guide>
        <p15:guide id="37" pos="2560">
          <p15:clr>
            <a:srgbClr val="F26B43"/>
          </p15:clr>
        </p15:guide>
        <p15:guide id="40" pos="3768">
          <p15:clr>
            <a:srgbClr val="F26B43"/>
          </p15:clr>
        </p15:guide>
        <p15:guide id="48" orient="horz" pos="1152">
          <p15:clr>
            <a:srgbClr val="F26B43"/>
          </p15:clr>
        </p15:guide>
        <p15:guide id="49" orient="horz" pos="783">
          <p15:clr>
            <a:srgbClr val="F26B43"/>
          </p15:clr>
        </p15:guide>
        <p15:guide id="51" orient="horz" pos="28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57199"/>
            <a:ext cx="11261723" cy="784226"/>
          </a:xfrm>
          <a:prstGeom prst="rect">
            <a:avLst/>
          </a:prstGeom>
        </p:spPr>
        <p:txBody>
          <a:bodyPr vert="horz" lIns="0" tIns="0" rIns="2286000" bIns="0" rtlCol="0" anchor="t" anchorCtr="0">
            <a:noAutofit/>
          </a:bodyPr>
          <a:lstStyle/>
          <a:p>
            <a:r>
              <a:rPr lang="en-US"/>
              <a:t>Click to edit </a:t>
            </a:r>
            <a:br>
              <a:rPr lang="en-US"/>
            </a:br>
            <a:r>
              <a:rPr lang="en-US"/>
              <a:t>Master title style</a:t>
            </a:r>
          </a:p>
        </p:txBody>
      </p:sp>
      <p:sp>
        <p:nvSpPr>
          <p:cNvPr id="3" name="MasterTextPlaceholder"/>
          <p:cNvSpPr>
            <a:spLocks noGrp="1"/>
          </p:cNvSpPr>
          <p:nvPr>
            <p:ph type="body" idx="1"/>
          </p:nvPr>
        </p:nvSpPr>
        <p:spPr>
          <a:xfrm>
            <a:off x="457200" y="1541417"/>
            <a:ext cx="11264900" cy="44672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7199" y="6519672"/>
            <a:ext cx="3474720" cy="91440"/>
          </a:xfrm>
          <a:prstGeom prst="rect">
            <a:avLst/>
          </a:prstGeom>
        </p:spPr>
        <p:txBody>
          <a:bodyPr vert="horz" lIns="0" tIns="0" rIns="0" bIns="0" rtlCol="0" anchor="t" anchorCtr="0"/>
          <a:lstStyle>
            <a:lvl1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1pPr>
            <a:lvl2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2pPr>
            <a:lvl3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3pPr>
            <a:lvl4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4pPr>
            <a:lvl5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5pPr>
            <a:lvl6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6pPr>
            <a:lvl7pPr marL="0" indent="0" algn="l">
              <a:tabLst/>
              <a:defRPr sz="600" b="0" i="0" cap="none" baseline="0">
                <a:solidFill>
                  <a:schemeClr val="tx1"/>
                </a:solidFill>
                <a:latin typeface="+mn-lt"/>
                <a:ea typeface="Roboto" panose="02000000000000000000" pitchFamily="2" charset="0"/>
                <a:cs typeface="Verdana" panose="020B0604030504040204" pitchFamily="34" charset="0"/>
              </a:defRPr>
            </a:lvl7pPr>
            <a:lvl8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8pPr>
            <a:lvl9pPr marL="0" indent="9525" algn="l">
              <a:tabLst/>
              <a:defRPr sz="600" b="0" i="0" cap="none" baseline="0">
                <a:solidFill>
                  <a:schemeClr val="tx1"/>
                </a:solidFill>
                <a:latin typeface="+mn-lt"/>
                <a:ea typeface="Roboto" panose="02000000000000000000" pitchFamily="2" charset="0"/>
                <a:cs typeface="Verdana" panose="020B0604030504040204" pitchFamily="34" charset="0"/>
              </a:defRPr>
            </a:lvl9pPr>
          </a:lstStyle>
          <a:p>
            <a:pPr lvl="6"/>
            <a:r>
              <a:rPr lang="en-US"/>
              <a:t>© 2026 WTW. Proprietary and confidential. For WTW and WTW client use only.</a:t>
            </a:r>
          </a:p>
        </p:txBody>
      </p:sp>
      <p:sp>
        <p:nvSpPr>
          <p:cNvPr id="6" name="Slide Number Placeholder 5"/>
          <p:cNvSpPr>
            <a:spLocks noGrp="1"/>
          </p:cNvSpPr>
          <p:nvPr>
            <p:ph type="sldNum" sz="quarter" idx="4"/>
          </p:nvPr>
        </p:nvSpPr>
        <p:spPr>
          <a:xfrm>
            <a:off x="11427675" y="6400800"/>
            <a:ext cx="306387" cy="208758"/>
          </a:xfrm>
          <a:prstGeom prst="rect">
            <a:avLst/>
          </a:prstGeom>
        </p:spPr>
        <p:txBody>
          <a:bodyPr vert="horz" lIns="0" tIns="0" rIns="0" bIns="0" rtlCol="0" anchor="b" anchorCtr="0"/>
          <a:lstStyle>
            <a:lvl1pPr algn="r">
              <a:defRPr sz="900" b="0" i="0">
                <a:solidFill>
                  <a:schemeClr val="tx1"/>
                </a:solidFill>
                <a:latin typeface="+mn-lt"/>
                <a:ea typeface="Verdana" panose="020B0604030504040204" pitchFamily="34" charset="0"/>
                <a:cs typeface="Verdana" panose="020B0604030504040204" pitchFamily="34" charset="0"/>
              </a:defRPr>
            </a:lvl1pPr>
            <a:lvl2pPr marL="0" algn="r">
              <a:defRPr sz="900" b="0" i="0">
                <a:solidFill>
                  <a:schemeClr val="tx1"/>
                </a:solidFill>
                <a:latin typeface="+mn-lt"/>
                <a:ea typeface="Verdana" panose="020B0604030504040204" pitchFamily="34" charset="0"/>
                <a:cs typeface="Verdana" panose="020B0604030504040204" pitchFamily="34" charset="0"/>
              </a:defRPr>
            </a:lvl2pPr>
            <a:lvl3pPr marL="0" algn="r">
              <a:defRPr sz="900" b="0" i="0">
                <a:solidFill>
                  <a:schemeClr val="tx1"/>
                </a:solidFill>
                <a:latin typeface="+mn-lt"/>
                <a:ea typeface="Verdana" panose="020B0604030504040204" pitchFamily="34" charset="0"/>
                <a:cs typeface="Verdana" panose="020B0604030504040204" pitchFamily="34" charset="0"/>
              </a:defRPr>
            </a:lvl3pPr>
            <a:lvl4pPr marL="0" algn="r">
              <a:defRPr sz="900" b="0" i="0">
                <a:solidFill>
                  <a:schemeClr val="tx1"/>
                </a:solidFill>
                <a:latin typeface="+mn-lt"/>
                <a:ea typeface="Verdana" panose="020B0604030504040204" pitchFamily="34" charset="0"/>
                <a:cs typeface="Verdana" panose="020B0604030504040204" pitchFamily="34" charset="0"/>
              </a:defRPr>
            </a:lvl4pPr>
            <a:lvl5pPr marL="0" algn="r">
              <a:defRPr sz="900" b="0" i="0">
                <a:solidFill>
                  <a:schemeClr val="tx1"/>
                </a:solidFill>
                <a:latin typeface="+mn-lt"/>
                <a:ea typeface="Verdana" panose="020B0604030504040204" pitchFamily="34" charset="0"/>
                <a:cs typeface="Verdana" panose="020B0604030504040204" pitchFamily="34" charset="0"/>
              </a:defRPr>
            </a:lvl5pPr>
            <a:lvl6pPr marL="0" algn="r">
              <a:defRPr sz="900" b="0" i="0">
                <a:solidFill>
                  <a:schemeClr val="tx1"/>
                </a:solidFill>
                <a:latin typeface="+mn-lt"/>
                <a:ea typeface="Verdana" panose="020B0604030504040204" pitchFamily="34" charset="0"/>
                <a:cs typeface="Verdana" panose="020B0604030504040204" pitchFamily="34" charset="0"/>
              </a:defRPr>
            </a:lvl6pPr>
            <a:lvl7pPr marL="0" algn="r">
              <a:defRPr sz="900" b="0" i="0">
                <a:solidFill>
                  <a:schemeClr val="tx1"/>
                </a:solidFill>
                <a:latin typeface="+mn-lt"/>
                <a:ea typeface="Verdana" panose="020B0604030504040204" pitchFamily="34" charset="0"/>
                <a:cs typeface="Verdana" panose="020B0604030504040204" pitchFamily="34" charset="0"/>
              </a:defRPr>
            </a:lvl7pPr>
            <a:lvl8pPr marL="0" algn="r">
              <a:defRPr sz="900" b="0" i="0">
                <a:solidFill>
                  <a:schemeClr val="tx1"/>
                </a:solidFill>
                <a:latin typeface="+mn-lt"/>
                <a:ea typeface="Verdana" panose="020B0604030504040204" pitchFamily="34" charset="0"/>
                <a:cs typeface="Verdana" panose="020B0604030504040204" pitchFamily="34" charset="0"/>
              </a:defRPr>
            </a:lvl8pPr>
            <a:lvl9pPr marL="0" algn="r">
              <a:defRPr sz="900" b="0" i="0">
                <a:solidFill>
                  <a:schemeClr val="tx1"/>
                </a:solidFill>
                <a:latin typeface="+mn-lt"/>
                <a:ea typeface="Verdana" panose="020B0604030504040204" pitchFamily="34" charset="0"/>
                <a:cs typeface="Verdana" panose="020B0604030504040204" pitchFamily="34" charset="0"/>
              </a:defRPr>
            </a:lvl9pPr>
          </a:lstStyle>
          <a:p>
            <a:fld id="{63DCA5C9-2E11-4C67-86EB-AE1DE127DC64}" type="slidenum">
              <a:rPr lang="en-US" smtClean="0"/>
              <a:pPr/>
              <a:t>‹#›</a:t>
            </a:fld>
            <a:endParaRPr lang="en-US"/>
          </a:p>
        </p:txBody>
      </p:sp>
      <p:sp>
        <p:nvSpPr>
          <p:cNvPr id="7" name="Path" hidden="1">
            <a:extLst>
              <a:ext uri="{FF2B5EF4-FFF2-40B4-BE49-F238E27FC236}">
                <a16:creationId xmlns:a16="http://schemas.microsoft.com/office/drawing/2014/main" id="{F9C5059E-AB21-79D2-2207-5DE44F25F6A8}"/>
              </a:ext>
            </a:extLst>
          </p:cNvPr>
          <p:cNvSpPr txBox="1">
            <a:spLocks/>
          </p:cNvSpPr>
          <p:nvPr userDrawn="1"/>
        </p:nvSpPr>
        <p:spPr>
          <a:xfrm>
            <a:off x="4205077" y="6519672"/>
            <a:ext cx="3474720" cy="91440"/>
          </a:xfrm>
          <a:prstGeom prst="rect">
            <a:avLst/>
          </a:prstGeom>
        </p:spPr>
        <p:txBody>
          <a:bodyPr vert="horz" lIns="0" tIns="0" rIns="0" bIns="0" rtlCol="0" anchor="t" anchorCtr="0"/>
          <a:lstStyle>
            <a:defPPr>
              <a:defRPr lang="en-US"/>
            </a:defPPr>
            <a:lvl1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1pPr>
            <a:lvl2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2pPr>
            <a:lvl3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3pPr>
            <a:lvl4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4pPr>
            <a:lvl5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5pPr>
            <a:lvl6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6pPr>
            <a:lvl7pPr marL="0" indent="0"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7pPr>
            <a:lvl8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8pPr>
            <a:lvl9pPr marL="0" indent="9525" algn="l" defTabSz="457200" rtl="0" eaLnBrk="1" latinLnBrk="0" hangingPunct="1">
              <a:tabLst/>
              <a:defRPr sz="600" b="0" i="0" kern="1200" cap="none" baseline="0">
                <a:solidFill>
                  <a:schemeClr val="tx1"/>
                </a:solidFill>
                <a:latin typeface="+mn-lt"/>
                <a:ea typeface="Roboto" panose="02000000000000000000" pitchFamily="2" charset="0"/>
                <a:cs typeface="Verdana" panose="020B0604030504040204" pitchFamily="34" charset="0"/>
              </a:defRPr>
            </a:lvl9pPr>
          </a:lstStyle>
          <a:p>
            <a:pPr lvl="6"/>
            <a:r>
              <a:rPr lang="en-US"/>
              <a:t>Path</a:t>
            </a:r>
          </a:p>
        </p:txBody>
      </p:sp>
      <p:sp>
        <p:nvSpPr>
          <p:cNvPr id="4" name="Draft">
            <a:extLst>
              <a:ext uri="{FF2B5EF4-FFF2-40B4-BE49-F238E27FC236}">
                <a16:creationId xmlns:a16="http://schemas.microsoft.com/office/drawing/2014/main" id="{8B59C06F-AAAE-21A1-F207-3FDF3B30F14D}"/>
              </a:ext>
            </a:extLst>
          </p:cNvPr>
          <p:cNvSpPr/>
          <p:nvPr userDrawn="1">
            <p:custDataLst>
              <p:tags r:id="rId35"/>
            </p:custDataLst>
          </p:nvPr>
        </p:nvSpPr>
        <p:spPr bwMode="auto">
          <a:xfrm rot="19671443">
            <a:off x="2648365" y="1957824"/>
            <a:ext cx="6895269" cy="2942351"/>
          </a:xfrm>
          <a:prstGeom prst="rect">
            <a:avLst/>
          </a:prstGeom>
          <a:no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r>
              <a:rPr lang="en-GB" sz="12000" b="0" i="0">
                <a:solidFill>
                  <a:schemeClr val="bg1">
                    <a:lumMod val="85000"/>
                  </a:schemeClr>
                </a:solidFill>
                <a:latin typeface="+mn-lt"/>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1320196703"/>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 id="2147483767" r:id="rId28"/>
    <p:sldLayoutId id="2147483768" r:id="rId29"/>
    <p:sldLayoutId id="2147483769" r:id="rId30"/>
    <p:sldLayoutId id="2147483770" r:id="rId31"/>
    <p:sldLayoutId id="2147483771" r:id="rId32"/>
    <p:sldLayoutId id="2147483772" r:id="rId33"/>
  </p:sldLayoutIdLst>
  <p:hf sldNum="0" hdr="0" dt="0"/>
  <p:txStyles>
    <p:title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p:titleStyle>
    <p:bodyStyle>
      <a:lvl1pPr marL="0" indent="0" algn="l" defTabSz="914400" rtl="0" eaLnBrk="1" latinLnBrk="0" hangingPunct="1">
        <a:lnSpc>
          <a:spcPct val="100000"/>
        </a:lnSpc>
        <a:spcBef>
          <a:spcPts val="0"/>
        </a:spcBef>
        <a:spcAft>
          <a:spcPts val="300"/>
        </a:spcAft>
        <a:buFont typeface="Arial" panose="020B0604020202020204" pitchFamily="34" charset="0"/>
        <a:buNone/>
        <a:defRPr sz="16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sz="1600" b="1" i="0" kern="1200">
          <a:solidFill>
            <a:schemeClr val="tx2"/>
          </a:solidFill>
          <a:latin typeface="Arial" panose="020B0604020202020204" pitchFamily="34" charset="0"/>
          <a:ea typeface="Roboto" panose="02000000000000000000" pitchFamily="2" charset="0"/>
          <a:cs typeface="Arial" panose="020B0604020202020204" pitchFamily="34" charset="0"/>
        </a:defRPr>
      </a:lvl2pPr>
      <a:lvl3pPr marL="228600" indent="-228600" algn="l" defTabSz="292608" rtl="0" eaLnBrk="1" latinLnBrk="0" hangingPunct="1">
        <a:lnSpc>
          <a:spcPct val="100000"/>
        </a:lnSpc>
        <a:spcBef>
          <a:spcPts val="0"/>
        </a:spcBef>
        <a:spcAft>
          <a:spcPts val="300"/>
        </a:spcAft>
        <a:buClr>
          <a:schemeClr val="tx2"/>
        </a:buClr>
        <a:buFont typeface="Arial" panose="020B0604020202020204" pitchFamily="34" charset="0"/>
        <a:buChar char="•"/>
        <a:tabLst>
          <a:tab pos="276225" algn="l"/>
          <a:tab pos="584200" algn="l"/>
        </a:tabLst>
        <a:defRPr sz="1600" b="0" i="0" kern="1200">
          <a:solidFill>
            <a:schemeClr val="tx1"/>
          </a:solidFill>
          <a:latin typeface="+mn-lt"/>
          <a:ea typeface="Roboto" panose="02000000000000000000" pitchFamily="2" charset="0"/>
          <a:cs typeface="Times New Roman" panose="02020603050405020304" pitchFamily="18" charset="0"/>
        </a:defRPr>
      </a:lvl3pPr>
      <a:lvl4pPr marL="457200" marR="0" indent="-228600" algn="l" defTabSz="292608" rtl="0" eaLnBrk="1" fontAlgn="auto" latinLnBrk="0" hangingPunct="1">
        <a:lnSpc>
          <a:spcPct val="100000"/>
        </a:lnSpc>
        <a:spcBef>
          <a:spcPts val="0"/>
        </a:spcBef>
        <a:spcAft>
          <a:spcPts val="300"/>
        </a:spcAft>
        <a:buClr>
          <a:schemeClr val="tx2"/>
        </a:buClr>
        <a:buSzPct val="100000"/>
        <a:buFont typeface="System Font Regular"/>
        <a:buChar char="–"/>
        <a:tabLst/>
        <a:defRPr sz="1400" b="0" i="0" kern="1200">
          <a:solidFill>
            <a:schemeClr val="tx1"/>
          </a:solidFill>
          <a:latin typeface="+mn-lt"/>
          <a:ea typeface="Roboto" panose="02000000000000000000" pitchFamily="2" charset="0"/>
          <a:cs typeface="Times New Roman" panose="02020603050405020304" pitchFamily="18" charset="0"/>
        </a:defRPr>
      </a:lvl4pPr>
      <a:lvl5pPr marL="685800" indent="-228600" algn="l" defTabSz="292608" rtl="0" eaLnBrk="1" latinLnBrk="0" hangingPunct="1">
        <a:lnSpc>
          <a:spcPct val="100000"/>
        </a:lnSpc>
        <a:spcBef>
          <a:spcPts val="0"/>
        </a:spcBef>
        <a:spcAft>
          <a:spcPts val="300"/>
        </a:spcAft>
        <a:buClr>
          <a:schemeClr val="tx2"/>
        </a:buClr>
        <a:buSzPct val="100000"/>
        <a:buFont typeface="Arial" panose="020B0604020202020204" pitchFamily="34" charset="0"/>
        <a:buChar char="•"/>
        <a:tabLst>
          <a:tab pos="292608" algn="l"/>
          <a:tab pos="585216" algn="l"/>
        </a:tabLst>
        <a:defRPr sz="1200" b="0" i="0" kern="1200">
          <a:solidFill>
            <a:schemeClr val="tx1"/>
          </a:solidFill>
          <a:latin typeface="+mn-lt"/>
          <a:ea typeface="Roboto" panose="02000000000000000000" pitchFamily="2" charset="0"/>
          <a:cs typeface="Times New Roman" panose="02020603050405020304" pitchFamily="18" charset="0"/>
        </a:defRPr>
      </a:lvl5pPr>
      <a:lvl6pPr marL="914400" indent="-228600" algn="l" defTabSz="914400" rtl="0" eaLnBrk="1" latinLnBrk="0" hangingPunct="1">
        <a:lnSpc>
          <a:spcPct val="100000"/>
        </a:lnSpc>
        <a:spcBef>
          <a:spcPts val="0"/>
        </a:spcBef>
        <a:spcAft>
          <a:spcPts val="300"/>
        </a:spcAft>
        <a:buClr>
          <a:schemeClr val="tx2"/>
        </a:buClr>
        <a:buSzPct val="100000"/>
        <a:buFont typeface="Arial" panose="020B0604020202020204" pitchFamily="34" charset="0"/>
        <a:buChar char="‒"/>
        <a:tabLst/>
        <a:defRPr sz="1200" b="0" i="0" kern="1200">
          <a:solidFill>
            <a:schemeClr val="tx1"/>
          </a:solidFill>
          <a:latin typeface="+mn-lt"/>
          <a:ea typeface="Roboto" panose="02000000000000000000" pitchFamily="2" charset="0"/>
          <a:cs typeface="Times New Roman" panose="02020603050405020304" pitchFamily="18" charset="0"/>
        </a:defRPr>
      </a:lvl6pPr>
      <a:lvl7pPr marL="2286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600" b="0" i="0" kern="1200">
          <a:solidFill>
            <a:schemeClr val="tx1"/>
          </a:solidFill>
          <a:latin typeface="+mn-lt"/>
          <a:ea typeface="Roboto" panose="02000000000000000000" pitchFamily="2" charset="0"/>
          <a:cs typeface="Times New Roman" panose="02020603050405020304" pitchFamily="18" charset="0"/>
        </a:defRPr>
      </a:lvl7pPr>
      <a:lvl8pPr marL="4572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400" b="0" i="0" kern="1200">
          <a:solidFill>
            <a:schemeClr val="tx1"/>
          </a:solidFill>
          <a:latin typeface="+mn-lt"/>
          <a:ea typeface="Roboto" panose="02000000000000000000" pitchFamily="2" charset="0"/>
          <a:cs typeface="Times New Roman" panose="02020603050405020304" pitchFamily="18" charset="0"/>
        </a:defRPr>
      </a:lvl8pPr>
      <a:lvl9pPr marL="685800" indent="-228600" algn="l" defTabSz="914400" rtl="0" eaLnBrk="1" latinLnBrk="0" hangingPunct="1">
        <a:lnSpc>
          <a:spcPct val="100000"/>
        </a:lnSpc>
        <a:spcBef>
          <a:spcPts val="0"/>
        </a:spcBef>
        <a:spcAft>
          <a:spcPts val="300"/>
        </a:spcAft>
        <a:buClr>
          <a:schemeClr val="tx2"/>
        </a:buClr>
        <a:buSzPct val="100000"/>
        <a:buFont typeface="+mj-lt"/>
        <a:buAutoNum type="arabicPeriod"/>
        <a:tabLst/>
        <a:defRPr sz="1200" b="0" i="0" kern="1200">
          <a:solidFill>
            <a:schemeClr val="tx1"/>
          </a:solidFill>
          <a:latin typeface="+mn-lt"/>
          <a:ea typeface="Roboto" panose="02000000000000000000" pitchFamily="2" charset="0"/>
          <a:cs typeface="Times New Roman" panose="02020603050405020304" pitchFamily="18" charset="0"/>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708">
          <p15:clr>
            <a:srgbClr val="F26B43"/>
          </p15:clr>
        </p15:guide>
        <p15:guide id="3" pos="288">
          <p15:clr>
            <a:srgbClr val="F26B43"/>
          </p15:clr>
        </p15:guide>
        <p15:guide id="10" pos="3840">
          <p15:clr>
            <a:srgbClr val="F26B43"/>
          </p15:clr>
        </p15:guide>
        <p15:guide id="12" pos="3912">
          <p15:clr>
            <a:srgbClr val="F26B43"/>
          </p15:clr>
        </p15:guide>
        <p15:guide id="13" pos="7389">
          <p15:clr>
            <a:srgbClr val="F26B43"/>
          </p15:clr>
        </p15:guide>
        <p15:guide id="15" pos="4976">
          <p15:clr>
            <a:srgbClr val="F26B43"/>
          </p15:clr>
        </p15:guide>
        <p15:guide id="16" pos="5118">
          <p15:clr>
            <a:srgbClr val="F26B43"/>
          </p15:clr>
        </p15:guide>
        <p15:guide id="23" orient="horz" pos="4200">
          <p15:clr>
            <a:srgbClr val="F26B43"/>
          </p15:clr>
        </p15:guide>
        <p15:guide id="31" orient="horz" pos="3785">
          <p15:clr>
            <a:srgbClr val="F26B43"/>
          </p15:clr>
        </p15:guide>
        <p15:guide id="32" orient="horz" pos="3936">
          <p15:clr>
            <a:srgbClr val="F26B43"/>
          </p15:clr>
        </p15:guide>
        <p15:guide id="37" pos="2560">
          <p15:clr>
            <a:srgbClr val="F26B43"/>
          </p15:clr>
        </p15:guide>
        <p15:guide id="40" pos="3768">
          <p15:clr>
            <a:srgbClr val="F26B43"/>
          </p15:clr>
        </p15:guide>
        <p15:guide id="48" orient="horz" pos="1152">
          <p15:clr>
            <a:srgbClr val="F26B43"/>
          </p15:clr>
        </p15:guide>
        <p15:guide id="49" orient="horz" pos="783">
          <p15:clr>
            <a:srgbClr val="F26B43"/>
          </p15:clr>
        </p15:guide>
        <p15:guide id="51"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9.png"/><Relationship Id="rId4"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8.xml"/><Relationship Id="rId1" Type="http://schemas.openxmlformats.org/officeDocument/2006/relationships/tags" Target="../tags/tag7.xml"/><Relationship Id="rId4" Type="http://schemas.openxmlformats.org/officeDocument/2006/relationships/image" Target="../media/image2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8.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emf"/></Relationships>
</file>

<file path=ppt/slides/_rels/slide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8" Type="http://schemas.openxmlformats.org/officeDocument/2006/relationships/image" Target="../media/image32.sv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 Id="rId14" Type="http://schemas.openxmlformats.org/officeDocument/2006/relationships/image" Target="../media/image38.svg"/></Relationships>
</file>

<file path=ppt/slides/_rels/slide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8.png"/><Relationship Id="rId3" Type="http://schemas.openxmlformats.org/officeDocument/2006/relationships/image" Target="../media/image42.png"/><Relationship Id="rId7" Type="http://schemas.openxmlformats.org/officeDocument/2006/relationships/image" Target="../media/image35.png"/><Relationship Id="rId12" Type="http://schemas.openxmlformats.org/officeDocument/2006/relationships/image" Target="../media/image47.sv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4.svg"/><Relationship Id="rId11" Type="http://schemas.openxmlformats.org/officeDocument/2006/relationships/image" Target="../media/image46.png"/><Relationship Id="rId5" Type="http://schemas.openxmlformats.org/officeDocument/2006/relationships/image" Target="../media/image33.png"/><Relationship Id="rId10" Type="http://schemas.openxmlformats.org/officeDocument/2006/relationships/image" Target="../media/image45.svg"/><Relationship Id="rId4" Type="http://schemas.openxmlformats.org/officeDocument/2006/relationships/image" Target="../media/image43.svg"/><Relationship Id="rId9" Type="http://schemas.openxmlformats.org/officeDocument/2006/relationships/image" Target="../media/image44.png"/><Relationship Id="rId14" Type="http://schemas.openxmlformats.org/officeDocument/2006/relationships/image" Target="../media/image49.svg"/></Relationships>
</file>

<file path=ppt/slides/_rels/slide13.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618F40-C86F-C53B-C4F2-AAFB62F6D220}"/>
              </a:ext>
            </a:extLst>
          </p:cNvPr>
          <p:cNvPicPr>
            <a:picLocks noChangeAspect="1"/>
          </p:cNvPicPr>
          <p:nvPr/>
        </p:nvPicPr>
        <p:blipFill>
          <a:blip r:embed="rId5"/>
          <a:srcRect l="53549" t="10710" b="34955"/>
          <a:stretch/>
        </p:blipFill>
        <p:spPr>
          <a:xfrm flipH="1">
            <a:off x="1388366" y="451482"/>
            <a:ext cx="10360152" cy="4918186"/>
          </a:xfrm>
          <a:prstGeom prst="rect">
            <a:avLst/>
          </a:prstGeom>
        </p:spPr>
      </p:pic>
      <p:sp>
        <p:nvSpPr>
          <p:cNvPr id="13" name="Rectangle 12">
            <a:extLst>
              <a:ext uri="{FF2B5EF4-FFF2-40B4-BE49-F238E27FC236}">
                <a16:creationId xmlns:a16="http://schemas.microsoft.com/office/drawing/2014/main" id="{899F4FE8-6DDD-BB8B-1AB4-BA942F8D6362}"/>
              </a:ext>
            </a:extLst>
          </p:cNvPr>
          <p:cNvSpPr/>
          <p:nvPr/>
        </p:nvSpPr>
        <p:spPr bwMode="auto">
          <a:xfrm>
            <a:off x="0" y="1828800"/>
            <a:ext cx="6096000" cy="2961409"/>
          </a:xfrm>
          <a:prstGeom prst="rect">
            <a:avLst/>
          </a:prstGeom>
          <a:solidFill>
            <a:schemeClr val="bg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11" name="Footer Placeholder 10">
            <a:extLst>
              <a:ext uri="{FF2B5EF4-FFF2-40B4-BE49-F238E27FC236}">
                <a16:creationId xmlns:a16="http://schemas.microsoft.com/office/drawing/2014/main" id="{6D1D879C-918C-430B-AF91-6BDF3AA3C107}"/>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a:t>
            </a:r>
            <a:r>
              <a:rPr lang="en-GB" dirty="0">
                <a:solidFill>
                  <a:srgbClr val="000000"/>
                </a:solidFill>
                <a:latin typeface="Arial" panose="020B0604020202020204"/>
              </a:rPr>
              <a:t>6</a:t>
            </a: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sp>
        <p:nvSpPr>
          <p:cNvPr id="4" name="Title 3">
            <a:extLst>
              <a:ext uri="{FF2B5EF4-FFF2-40B4-BE49-F238E27FC236}">
                <a16:creationId xmlns:a16="http://schemas.microsoft.com/office/drawing/2014/main" id="{E63F2908-86AB-41C5-B116-8CA6178289B1}"/>
              </a:ext>
            </a:extLst>
          </p:cNvPr>
          <p:cNvSpPr>
            <a:spLocks noGrp="1"/>
          </p:cNvSpPr>
          <p:nvPr>
            <p:ph type="title"/>
            <p:custDataLst>
              <p:tags r:id="rId2"/>
            </p:custDataLst>
          </p:nvPr>
        </p:nvSpPr>
        <p:spPr/>
        <p:txBody>
          <a:bodyPr/>
          <a:lstStyle/>
          <a:p>
            <a:r>
              <a:rPr lang="en-GB" sz="3200" dirty="0"/>
              <a:t>Enhancing Basic Ratemaking with Technology</a:t>
            </a:r>
          </a:p>
        </p:txBody>
      </p:sp>
      <p:sp>
        <p:nvSpPr>
          <p:cNvPr id="8" name="Text Placeholder 7">
            <a:extLst>
              <a:ext uri="{FF2B5EF4-FFF2-40B4-BE49-F238E27FC236}">
                <a16:creationId xmlns:a16="http://schemas.microsoft.com/office/drawing/2014/main" id="{E7CA7310-2709-9ACE-4E3B-FD97EB6EEF0B}"/>
              </a:ext>
            </a:extLst>
          </p:cNvPr>
          <p:cNvSpPr>
            <a:spLocks noGrp="1"/>
          </p:cNvSpPr>
          <p:nvPr>
            <p:ph type="body" sz="quarter" idx="16"/>
          </p:nvPr>
        </p:nvSpPr>
        <p:spPr/>
        <p:txBody>
          <a:bodyPr/>
          <a:lstStyle/>
          <a:p>
            <a:r>
              <a:rPr lang="en-US" dirty="0"/>
              <a:t>March 15, 2026</a:t>
            </a:r>
          </a:p>
        </p:txBody>
      </p:sp>
      <p:sp>
        <p:nvSpPr>
          <p:cNvPr id="6" name="Text Placeholder 5">
            <a:extLst>
              <a:ext uri="{FF2B5EF4-FFF2-40B4-BE49-F238E27FC236}">
                <a16:creationId xmlns:a16="http://schemas.microsoft.com/office/drawing/2014/main" id="{E2FCABAC-AC04-4C2A-9088-359AFD592815}"/>
              </a:ext>
            </a:extLst>
          </p:cNvPr>
          <p:cNvSpPr>
            <a:spLocks noGrp="1"/>
          </p:cNvSpPr>
          <p:nvPr>
            <p:ph type="body" sz="quarter" idx="15"/>
            <p:custDataLst>
              <p:tags r:id="rId3"/>
            </p:custDataLst>
          </p:nvPr>
        </p:nvSpPr>
        <p:spPr/>
        <p:txBody>
          <a:bodyPr/>
          <a:lstStyle/>
          <a:p>
            <a:r>
              <a:rPr lang="en-GB" dirty="0"/>
              <a:t>Practical Applications for Actuaries</a:t>
            </a:r>
          </a:p>
        </p:txBody>
      </p:sp>
      <p:sp>
        <p:nvSpPr>
          <p:cNvPr id="9" name="Text Placeholder 8">
            <a:extLst>
              <a:ext uri="{FF2B5EF4-FFF2-40B4-BE49-F238E27FC236}">
                <a16:creationId xmlns:a16="http://schemas.microsoft.com/office/drawing/2014/main" id="{9FB6CD7B-1EFA-343F-58BC-AC716A9166FB}"/>
              </a:ext>
            </a:extLst>
          </p:cNvPr>
          <p:cNvSpPr>
            <a:spLocks noGrp="1"/>
          </p:cNvSpPr>
          <p:nvPr>
            <p:ph type="body" sz="quarter" idx="17"/>
          </p:nvPr>
        </p:nvSpPr>
        <p:spPr/>
        <p:txBody>
          <a:bodyPr/>
          <a:lstStyle/>
          <a:p>
            <a:endParaRPr lang="en-US"/>
          </a:p>
        </p:txBody>
      </p:sp>
    </p:spTree>
    <p:custDataLst>
      <p:tags r:id="rId1"/>
    </p:custDataLst>
    <p:extLst>
      <p:ext uri="{BB962C8B-B14F-4D97-AF65-F5344CB8AC3E}">
        <p14:creationId xmlns:p14="http://schemas.microsoft.com/office/powerpoint/2010/main" val="3093256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A45EF-9D34-E78F-1159-38D83C49FF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5F3777-EAC4-7AFA-465B-CFD0FCEB62FA}"/>
              </a:ext>
            </a:extLst>
          </p:cNvPr>
          <p:cNvSpPr>
            <a:spLocks noGrp="1"/>
          </p:cNvSpPr>
          <p:nvPr>
            <p:ph type="sldNum" sz="quarter" idx="2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3" name="Text Placeholder 2">
            <a:extLst>
              <a:ext uri="{FF2B5EF4-FFF2-40B4-BE49-F238E27FC236}">
                <a16:creationId xmlns:a16="http://schemas.microsoft.com/office/drawing/2014/main" id="{7397D766-C78B-534C-F398-ACA5DDC2045C}"/>
              </a:ext>
            </a:extLst>
          </p:cNvPr>
          <p:cNvSpPr>
            <a:spLocks noGrp="1"/>
          </p:cNvSpPr>
          <p:nvPr>
            <p:ph type="body" sz="quarter" idx="17"/>
          </p:nvPr>
        </p:nvSpPr>
        <p:spPr/>
        <p:txBody>
          <a:bodyPr/>
          <a:lstStyle/>
          <a:p>
            <a:r>
              <a:rPr lang="en-US"/>
              <a:t> </a:t>
            </a:r>
          </a:p>
        </p:txBody>
      </p:sp>
      <p:sp>
        <p:nvSpPr>
          <p:cNvPr id="4" name="Title 3">
            <a:extLst>
              <a:ext uri="{FF2B5EF4-FFF2-40B4-BE49-F238E27FC236}">
                <a16:creationId xmlns:a16="http://schemas.microsoft.com/office/drawing/2014/main" id="{7741FDCD-4A50-883E-49BD-9BF4899E01D0}"/>
              </a:ext>
            </a:extLst>
          </p:cNvPr>
          <p:cNvSpPr>
            <a:spLocks noGrp="1"/>
          </p:cNvSpPr>
          <p:nvPr>
            <p:ph type="title"/>
          </p:nvPr>
        </p:nvSpPr>
        <p:spPr>
          <a:xfrm>
            <a:off x="457200" y="457199"/>
            <a:ext cx="11379200" cy="457200"/>
          </a:xfrm>
        </p:spPr>
        <p:txBody>
          <a:bodyPr/>
          <a:lstStyle/>
          <a:p>
            <a:r>
              <a:rPr lang="en-US" sz="2800" dirty="0">
                <a:latin typeface="Aptos" panose="020B0004020202020204" pitchFamily="34" charset="0"/>
              </a:rPr>
              <a:t>Introductions</a:t>
            </a:r>
          </a:p>
        </p:txBody>
      </p:sp>
      <p:sp>
        <p:nvSpPr>
          <p:cNvPr id="5" name="Footer Placeholder 4">
            <a:extLst>
              <a:ext uri="{FF2B5EF4-FFF2-40B4-BE49-F238E27FC236}">
                <a16:creationId xmlns:a16="http://schemas.microsoft.com/office/drawing/2014/main" id="{33E2636B-60FC-DA01-4361-DB9AB5BD295A}"/>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p>
        </p:txBody>
      </p:sp>
      <p:sp>
        <p:nvSpPr>
          <p:cNvPr id="38" name="Rectangle 37">
            <a:extLst>
              <a:ext uri="{FF2B5EF4-FFF2-40B4-BE49-F238E27FC236}">
                <a16:creationId xmlns:a16="http://schemas.microsoft.com/office/drawing/2014/main" id="{F0F6582F-11A6-B924-37E4-52C7CF462C55}"/>
              </a:ext>
            </a:extLst>
          </p:cNvPr>
          <p:cNvSpPr/>
          <p:nvPr/>
        </p:nvSpPr>
        <p:spPr>
          <a:xfrm>
            <a:off x="460866" y="2817998"/>
            <a:ext cx="2743200" cy="1737360"/>
          </a:xfrm>
          <a:prstGeom prst="rect">
            <a:avLst/>
          </a:prstGeom>
          <a:gradFill>
            <a:gsLst>
              <a:gs pos="100000">
                <a:schemeClr val="tx1"/>
              </a:gs>
              <a:gs pos="52000">
                <a:schemeClr val="accent1"/>
              </a:gs>
            </a:gsLst>
            <a:lin ang="162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594360" rIns="0" bIns="0" rtlCol="0" anchor="t"/>
          <a:lstStyle/>
          <a:p>
            <a:pPr marL="0" marR="0" lvl="0" indent="0" algn="ctr" defTabSz="457200" rtl="0" eaLnBrk="1" fontAlgn="auto" latinLnBrk="0" hangingPunct="1">
              <a:lnSpc>
                <a:spcPct val="100000"/>
              </a:lnSpc>
              <a:spcBef>
                <a:spcPts val="0"/>
              </a:spcBef>
              <a:spcAft>
                <a:spcPts val="600"/>
              </a:spcAft>
              <a:buClrTx/>
              <a:buSzTx/>
              <a:buFontTx/>
              <a:buNone/>
              <a:tabLst/>
              <a:defRPr/>
            </a:pPr>
            <a:r>
              <a:rPr lang="en-US" sz="1600" dirty="0">
                <a:solidFill>
                  <a:srgbClr val="FFFFFF"/>
                </a:solidFill>
                <a:latin typeface="Arial"/>
              </a:rPr>
              <a:t>Wasim Chowdhury</a:t>
            </a:r>
            <a:endParaRPr kumimoji="0" lang="en-US" sz="16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Actuarial Associate Director</a:t>
            </a:r>
          </a:p>
        </p:txBody>
      </p:sp>
      <p:sp>
        <p:nvSpPr>
          <p:cNvPr id="47" name="Rectangle 46">
            <a:extLst>
              <a:ext uri="{FF2B5EF4-FFF2-40B4-BE49-F238E27FC236}">
                <a16:creationId xmlns:a16="http://schemas.microsoft.com/office/drawing/2014/main" id="{C43AB212-78DE-20E7-9446-4FCB55AC59BF}"/>
              </a:ext>
            </a:extLst>
          </p:cNvPr>
          <p:cNvSpPr/>
          <p:nvPr/>
        </p:nvSpPr>
        <p:spPr>
          <a:xfrm>
            <a:off x="8990861" y="2817998"/>
            <a:ext cx="2743200" cy="1737360"/>
          </a:xfrm>
          <a:prstGeom prst="rect">
            <a:avLst/>
          </a:prstGeom>
          <a:gradFill>
            <a:gsLst>
              <a:gs pos="100000">
                <a:schemeClr val="tx1"/>
              </a:gs>
              <a:gs pos="52000">
                <a:schemeClr val="accent1"/>
              </a:gs>
            </a:gsLst>
            <a:lin ang="162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59436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a:ea typeface="+mn-ea"/>
                <a:cs typeface="+mn-cs"/>
              </a:rPr>
              <a:t>Trijot</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mn-cs"/>
              </a:rPr>
              <a:t>Placeholder</a:t>
            </a:r>
          </a:p>
        </p:txBody>
      </p:sp>
      <p:sp>
        <p:nvSpPr>
          <p:cNvPr id="41" name="Rectangle 40">
            <a:extLst>
              <a:ext uri="{FF2B5EF4-FFF2-40B4-BE49-F238E27FC236}">
                <a16:creationId xmlns:a16="http://schemas.microsoft.com/office/drawing/2014/main" id="{5038D8DF-3103-290B-2541-9958AAF60A2A}"/>
              </a:ext>
            </a:extLst>
          </p:cNvPr>
          <p:cNvSpPr/>
          <p:nvPr/>
        </p:nvSpPr>
        <p:spPr>
          <a:xfrm>
            <a:off x="3352800" y="2817998"/>
            <a:ext cx="2743200" cy="1737360"/>
          </a:xfrm>
          <a:prstGeom prst="rect">
            <a:avLst/>
          </a:prstGeom>
          <a:gradFill>
            <a:gsLst>
              <a:gs pos="100000">
                <a:schemeClr val="tx1"/>
              </a:gs>
              <a:gs pos="52000">
                <a:schemeClr val="accent1"/>
              </a:gs>
            </a:gsLst>
            <a:lin ang="162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59436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a:ea typeface="+mn-ea"/>
                <a:cs typeface="+mn-cs"/>
              </a:rPr>
              <a:t>Nitai Patel</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Senior Actuarial Consultant,</a:t>
            </a: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100" dirty="0">
                <a:solidFill>
                  <a:srgbClr val="FFFFFF"/>
                </a:solidFill>
                <a:latin typeface="Arial"/>
              </a:rPr>
              <a:t>Radar Specialist</a:t>
            </a:r>
            <a:endParaRPr kumimoji="0" lang="en-US" sz="1100" b="0" i="0" u="none" strike="noStrike" kern="1200" cap="none" spc="0" normalizeH="0" baseline="0" noProof="0" dirty="0">
              <a:ln>
                <a:noFill/>
              </a:ln>
              <a:solidFill>
                <a:srgbClr val="FFFFFF"/>
              </a:solidFill>
              <a:effectLst/>
              <a:uLnTx/>
              <a:uFillTx/>
              <a:latin typeface="Arial"/>
              <a:ea typeface="+mn-ea"/>
              <a:cs typeface="+mn-cs"/>
            </a:endParaRPr>
          </a:p>
        </p:txBody>
      </p:sp>
      <p:pic>
        <p:nvPicPr>
          <p:cNvPr id="6" name="Picture 5" descr="A person in a suit and tie&#10;&#10;AI-generated content may be incorrect.">
            <a:extLst>
              <a:ext uri="{FF2B5EF4-FFF2-40B4-BE49-F238E27FC236}">
                <a16:creationId xmlns:a16="http://schemas.microsoft.com/office/drawing/2014/main" id="{781C4B6A-5DAA-D550-6D2D-FBB2B9CCBF55}"/>
              </a:ext>
            </a:extLst>
          </p:cNvPr>
          <p:cNvPicPr>
            <a:picLocks noChangeAspect="1"/>
          </p:cNvPicPr>
          <p:nvPr/>
        </p:nvPicPr>
        <p:blipFill>
          <a:blip r:embed="rId2">
            <a:extLst>
              <a:ext uri="{28A0092B-C50C-407E-A947-70E740481C1C}">
                <a14:useLocalDpi xmlns:a14="http://schemas.microsoft.com/office/drawing/2010/main" val="0"/>
              </a:ext>
            </a:extLst>
          </a:blip>
          <a:srcRect l="3743" t="8649" r="16372" b="38333"/>
          <a:stretch>
            <a:fillRect/>
          </a:stretch>
        </p:blipFill>
        <p:spPr>
          <a:xfrm>
            <a:off x="4193008" y="2206437"/>
            <a:ext cx="1097280" cy="1097280"/>
          </a:xfrm>
          <a:custGeom>
            <a:avLst/>
            <a:gdLst>
              <a:gd name="connsiteX0" fmla="*/ 308643 w 617286"/>
              <a:gd name="connsiteY0" fmla="*/ 0 h 617286"/>
              <a:gd name="connsiteX1" fmla="*/ 617286 w 617286"/>
              <a:gd name="connsiteY1" fmla="*/ 308643 h 617286"/>
              <a:gd name="connsiteX2" fmla="*/ 308643 w 617286"/>
              <a:gd name="connsiteY2" fmla="*/ 617286 h 617286"/>
              <a:gd name="connsiteX3" fmla="*/ 0 w 617286"/>
              <a:gd name="connsiteY3" fmla="*/ 308643 h 617286"/>
              <a:gd name="connsiteX4" fmla="*/ 308643 w 617286"/>
              <a:gd name="connsiteY4" fmla="*/ 0 h 61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286" h="617286">
                <a:moveTo>
                  <a:pt x="308643" y="0"/>
                </a:moveTo>
                <a:cubicBezTo>
                  <a:pt x="479102" y="0"/>
                  <a:pt x="617286" y="138184"/>
                  <a:pt x="617286" y="308643"/>
                </a:cubicBezTo>
                <a:cubicBezTo>
                  <a:pt x="617286" y="479102"/>
                  <a:pt x="479102" y="617286"/>
                  <a:pt x="308643" y="617286"/>
                </a:cubicBezTo>
                <a:cubicBezTo>
                  <a:pt x="138184" y="617286"/>
                  <a:pt x="0" y="479102"/>
                  <a:pt x="0" y="308643"/>
                </a:cubicBezTo>
                <a:cubicBezTo>
                  <a:pt x="0" y="138184"/>
                  <a:pt x="138184" y="0"/>
                  <a:pt x="308643" y="0"/>
                </a:cubicBezTo>
                <a:close/>
              </a:path>
            </a:pathLst>
          </a:cu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BBF26DDD-56FA-B39D-8FB9-AD4A21FA6572}"/>
              </a:ext>
            </a:extLst>
          </p:cNvPr>
          <p:cNvSpPr/>
          <p:nvPr/>
        </p:nvSpPr>
        <p:spPr>
          <a:xfrm>
            <a:off x="6180454" y="2817998"/>
            <a:ext cx="2743200" cy="1737360"/>
          </a:xfrm>
          <a:prstGeom prst="rect">
            <a:avLst/>
          </a:prstGeom>
          <a:gradFill>
            <a:gsLst>
              <a:gs pos="100000">
                <a:schemeClr val="tx1"/>
              </a:gs>
              <a:gs pos="52000">
                <a:schemeClr val="accent1"/>
              </a:gs>
            </a:gsLst>
            <a:lin ang="162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59436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a:ea typeface="+mn-ea"/>
                <a:cs typeface="+mn-cs"/>
              </a:rPr>
              <a:t>Sean</a:t>
            </a:r>
          </a:p>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mn-cs"/>
              </a:rPr>
              <a:t>Placeholder</a:t>
            </a:r>
          </a:p>
        </p:txBody>
      </p:sp>
    </p:spTree>
    <p:extLst>
      <p:ext uri="{BB962C8B-B14F-4D97-AF65-F5344CB8AC3E}">
        <p14:creationId xmlns:p14="http://schemas.microsoft.com/office/powerpoint/2010/main" val="1179477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the snow with a flashlight in front of a starry sky&#10;&#10;Description automatically generated">
            <a:extLst>
              <a:ext uri="{FF2B5EF4-FFF2-40B4-BE49-F238E27FC236}">
                <a16:creationId xmlns:a16="http://schemas.microsoft.com/office/drawing/2014/main" id="{98B1B3AF-0EB8-A47B-99CE-D84616927C06}"/>
              </a:ext>
            </a:extLst>
          </p:cNvPr>
          <p:cNvPicPr>
            <a:picLocks noChangeAspect="1"/>
          </p:cNvPicPr>
          <p:nvPr/>
        </p:nvPicPr>
        <p:blipFill rotWithShape="1">
          <a:blip r:embed="rId4">
            <a:extLst>
              <a:ext uri="{28A0092B-C50C-407E-A947-70E740481C1C}">
                <a14:useLocalDpi xmlns:a14="http://schemas.microsoft.com/office/drawing/2010/main" val="0"/>
              </a:ext>
            </a:extLst>
          </a:blip>
          <a:srcRect l="46276" t="21565" r="28525"/>
          <a:stretch/>
        </p:blipFill>
        <p:spPr>
          <a:xfrm>
            <a:off x="9752202" y="1231640"/>
            <a:ext cx="2439798" cy="5052255"/>
          </a:xfrm>
          <a:prstGeom prst="rect">
            <a:avLst/>
          </a:prstGeom>
        </p:spPr>
      </p:pic>
      <p:sp>
        <p:nvSpPr>
          <p:cNvPr id="4" name="Slide Number Placeholder 3">
            <a:extLst>
              <a:ext uri="{FF2B5EF4-FFF2-40B4-BE49-F238E27FC236}">
                <a16:creationId xmlns:a16="http://schemas.microsoft.com/office/drawing/2014/main" id="{B37E9A2E-9BEA-17F5-A1C0-B7BDAF1CE8D5}"/>
              </a:ext>
            </a:extLst>
          </p:cNvPr>
          <p:cNvSpPr>
            <a:spLocks noGrp="1"/>
          </p:cNvSpPr>
          <p:nvPr>
            <p:ph type="sldNum" sz="quarter" idx="2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7" name="Footer Placeholder 6">
            <a:extLst>
              <a:ext uri="{FF2B5EF4-FFF2-40B4-BE49-F238E27FC236}">
                <a16:creationId xmlns:a16="http://schemas.microsoft.com/office/drawing/2014/main" id="{F293235E-FA57-DB85-1AC8-A5419AC94E63}"/>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sp>
        <p:nvSpPr>
          <p:cNvPr id="11" name="Title 8">
            <a:extLst>
              <a:ext uri="{FF2B5EF4-FFF2-40B4-BE49-F238E27FC236}">
                <a16:creationId xmlns:a16="http://schemas.microsoft.com/office/drawing/2014/main" id="{4464A74F-ACCF-9565-E433-DC0E066A6881}"/>
              </a:ext>
            </a:extLst>
          </p:cNvPr>
          <p:cNvSpPr txBox="1">
            <a:spLocks/>
          </p:cNvSpPr>
          <p:nvPr>
            <p:custDataLst>
              <p:tags r:id="rId1"/>
            </p:custDataLst>
          </p:nvPr>
        </p:nvSpPr>
        <p:spPr>
          <a:xfrm>
            <a:off x="609600" y="609599"/>
            <a:ext cx="11247120" cy="4572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0000"/>
                </a:solidFill>
                <a:effectLst/>
                <a:uLnTx/>
                <a:uFillTx/>
                <a:latin typeface="Times New Roman" panose="02020603050405020304"/>
                <a:ea typeface="Roboto Medium" panose="02000000000000000000" pitchFamily="2" charset="0"/>
              </a:rPr>
              <a:t>Agenda</a:t>
            </a:r>
            <a:endParaRPr kumimoji="0" lang="en-GB" sz="3200" b="0" i="0" u="none" strike="noStrike" kern="1200" cap="none" spc="0" normalizeH="0" baseline="0" noProof="0">
              <a:ln>
                <a:noFill/>
              </a:ln>
              <a:solidFill>
                <a:srgbClr val="000000"/>
              </a:solidFill>
              <a:effectLst/>
              <a:uLnTx/>
              <a:uFillTx/>
              <a:latin typeface="Times New Roman" panose="02020603050405020304"/>
              <a:ea typeface="Roboto Medium" panose="02000000000000000000" pitchFamily="2" charset="0"/>
            </a:endParaRPr>
          </a:p>
        </p:txBody>
      </p:sp>
      <p:graphicFrame>
        <p:nvGraphicFramePr>
          <p:cNvPr id="2" name="Table 1">
            <a:extLst>
              <a:ext uri="{FF2B5EF4-FFF2-40B4-BE49-F238E27FC236}">
                <a16:creationId xmlns:a16="http://schemas.microsoft.com/office/drawing/2014/main" id="{796E6BB4-15F4-2EA4-ACFA-3282A6B323A8}"/>
              </a:ext>
            </a:extLst>
          </p:cNvPr>
          <p:cNvGraphicFramePr>
            <a:graphicFrameLocks noGrp="1"/>
          </p:cNvGraphicFramePr>
          <p:nvPr>
            <p:extLst>
              <p:ext uri="{D42A27DB-BD31-4B8C-83A1-F6EECF244321}">
                <p14:modId xmlns:p14="http://schemas.microsoft.com/office/powerpoint/2010/main" val="2692226968"/>
              </p:ext>
            </p:extLst>
          </p:nvPr>
        </p:nvGraphicFramePr>
        <p:xfrm>
          <a:off x="619125" y="1231641"/>
          <a:ext cx="8779400" cy="3337560"/>
        </p:xfrm>
        <a:graphic>
          <a:graphicData uri="http://schemas.openxmlformats.org/drawingml/2006/table">
            <a:tbl>
              <a:tblPr firstRow="1" bandRow="1">
                <a:tableStyleId>{2D5ABB26-0587-4C30-8999-92F81FD0307C}</a:tableStyleId>
              </a:tblPr>
              <a:tblGrid>
                <a:gridCol w="6781800">
                  <a:extLst>
                    <a:ext uri="{9D8B030D-6E8A-4147-A177-3AD203B41FA5}">
                      <a16:colId xmlns:a16="http://schemas.microsoft.com/office/drawing/2014/main" val="308556723"/>
                    </a:ext>
                  </a:extLst>
                </a:gridCol>
                <a:gridCol w="338481">
                  <a:extLst>
                    <a:ext uri="{9D8B030D-6E8A-4147-A177-3AD203B41FA5}">
                      <a16:colId xmlns:a16="http://schemas.microsoft.com/office/drawing/2014/main" val="1459272857"/>
                    </a:ext>
                  </a:extLst>
                </a:gridCol>
                <a:gridCol w="1659119">
                  <a:extLst>
                    <a:ext uri="{9D8B030D-6E8A-4147-A177-3AD203B41FA5}">
                      <a16:colId xmlns:a16="http://schemas.microsoft.com/office/drawing/2014/main" val="16960604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accent1"/>
                          </a:solidFill>
                        </a:rPr>
                        <a:t>Goals for Today’s Session</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dirty="0"/>
                        <a:t> </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b="1" dirty="0"/>
                        <a:t>12:00 – 12:15</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7797293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accent1"/>
                          </a:solidFill>
                        </a:rPr>
                        <a:t>Session 1: Introduction to Ratemaking with Modern Technology</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endParaRPr lang="en-US"/>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n-US" b="1" dirty="0"/>
                        <a:t>12:15 – 12:45</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58978018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accent1"/>
                          </a:solidFill>
                        </a:rPr>
                        <a:t>Session 2: Efficient On-levelling Premium Methodologies</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en-US" dirty="0"/>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b="1" dirty="0"/>
                        <a:t>12:45 – 1:20</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09448185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accent1"/>
                          </a:solidFill>
                        </a:rPr>
                        <a:t>Session 3: Enhanced Mix Change Analysis</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endParaRPr lang="en-US"/>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n-US" b="1" dirty="0"/>
                        <a:t>1:20 – 1:45</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2779534617"/>
                  </a:ext>
                </a:extLst>
              </a:tr>
              <a:tr h="370840">
                <a:tc>
                  <a:txBody>
                    <a:bodyPr/>
                    <a:lstStyle/>
                    <a:p>
                      <a:r>
                        <a:rPr lang="en-US" b="1" dirty="0">
                          <a:solidFill>
                            <a:schemeClr val="accent1"/>
                          </a:solidFill>
                        </a:rPr>
                        <a:t>Break</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endParaRPr lang="en-US"/>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b="1" dirty="0"/>
                        <a:t>1:45 – 2:00</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5636099"/>
                  </a:ext>
                </a:extLst>
              </a:tr>
              <a:tr h="370840">
                <a:tc>
                  <a:txBody>
                    <a:bodyPr/>
                    <a:lstStyle/>
                    <a:p>
                      <a:r>
                        <a:rPr lang="en-US" b="1" dirty="0">
                          <a:solidFill>
                            <a:schemeClr val="accent1"/>
                          </a:solidFill>
                        </a:rPr>
                        <a:t>Session 4: Triangle Methods</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endParaRPr lang="en-US" dirty="0"/>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n-US" b="1" dirty="0"/>
                        <a:t>2:00 – 2:30</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897378943"/>
                  </a:ext>
                </a:extLst>
              </a:tr>
              <a:tr h="370840">
                <a:tc>
                  <a:txBody>
                    <a:bodyPr/>
                    <a:lstStyle/>
                    <a:p>
                      <a:r>
                        <a:rPr lang="en-US" b="1" dirty="0">
                          <a:solidFill>
                            <a:schemeClr val="accent1"/>
                          </a:solidFill>
                        </a:rPr>
                        <a:t>Session 5: End-to-end Relativity Analysis Workshop</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endParaRPr lang="en-US" dirty="0"/>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r>
                        <a:rPr lang="en-US" b="1" dirty="0"/>
                        <a:t>2:30 – 3:00</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566849489"/>
                  </a:ext>
                </a:extLst>
              </a:tr>
              <a:tr h="370840">
                <a:tc>
                  <a:txBody>
                    <a:bodyPr/>
                    <a:lstStyle/>
                    <a:p>
                      <a:r>
                        <a:rPr lang="en-US" b="1" dirty="0">
                          <a:solidFill>
                            <a:schemeClr val="accent1"/>
                          </a:solidFill>
                        </a:rPr>
                        <a:t>Collaborative Exercise</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endParaRPr lang="en-US"/>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r>
                        <a:rPr lang="en-US" b="1" dirty="0"/>
                        <a:t>3:00 – 3:50</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2296218608"/>
                  </a:ext>
                </a:extLst>
              </a:tr>
              <a:tr h="370840">
                <a:tc>
                  <a:txBody>
                    <a:bodyPr/>
                    <a:lstStyle/>
                    <a:p>
                      <a:r>
                        <a:rPr lang="en-US" b="1" dirty="0">
                          <a:solidFill>
                            <a:schemeClr val="accent1"/>
                          </a:solidFill>
                        </a:rPr>
                        <a:t>Q&amp;A and Wrap-up</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endParaRPr lang="en-US" dirty="0"/>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r>
                        <a:rPr lang="en-US" b="1" dirty="0"/>
                        <a:t>3:50 – 4:00</a:t>
                      </a:r>
                    </a:p>
                  </a:txBody>
                  <a:tcPr anchor="ct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77696698"/>
                  </a:ext>
                </a:extLst>
              </a:tr>
            </a:tbl>
          </a:graphicData>
        </a:graphic>
      </p:graphicFrame>
    </p:spTree>
    <p:extLst>
      <p:ext uri="{BB962C8B-B14F-4D97-AF65-F5344CB8AC3E}">
        <p14:creationId xmlns:p14="http://schemas.microsoft.com/office/powerpoint/2010/main" val="2368379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378ED-BE9C-2254-92D3-CBDF58E6E2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32D4C6-49EA-4551-6255-0EC90FBA6DE0}"/>
              </a:ext>
            </a:extLst>
          </p:cNvPr>
          <p:cNvSpPr>
            <a:spLocks noGrp="1"/>
          </p:cNvSpPr>
          <p:nvPr>
            <p:ph type="sldNum" sz="quarter" idx="2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7" name="Footer Placeholder 6">
            <a:extLst>
              <a:ext uri="{FF2B5EF4-FFF2-40B4-BE49-F238E27FC236}">
                <a16:creationId xmlns:a16="http://schemas.microsoft.com/office/drawing/2014/main" id="{8212DCEB-C305-7FF6-3DA5-E5AE86910871}"/>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sp>
        <p:nvSpPr>
          <p:cNvPr id="11" name="Title 8">
            <a:extLst>
              <a:ext uri="{FF2B5EF4-FFF2-40B4-BE49-F238E27FC236}">
                <a16:creationId xmlns:a16="http://schemas.microsoft.com/office/drawing/2014/main" id="{01E47549-FFC7-AD08-E2A9-63DEECDA01F9}"/>
              </a:ext>
            </a:extLst>
          </p:cNvPr>
          <p:cNvSpPr txBox="1">
            <a:spLocks/>
          </p:cNvSpPr>
          <p:nvPr>
            <p:custDataLst>
              <p:tags r:id="rId1"/>
            </p:custDataLst>
          </p:nvPr>
        </p:nvSpPr>
        <p:spPr>
          <a:xfrm>
            <a:off x="609600" y="609599"/>
            <a:ext cx="11247120" cy="4572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0000"/>
                </a:solidFill>
                <a:effectLst/>
                <a:uLnTx/>
                <a:uFillTx/>
                <a:latin typeface="Times New Roman" panose="02020603050405020304"/>
                <a:ea typeface="Roboto Medium" panose="02000000000000000000" pitchFamily="2" charset="0"/>
              </a:rPr>
              <a:t>Goals for this session</a:t>
            </a:r>
            <a:endParaRPr kumimoji="0" lang="en-GB" sz="3200" b="0" i="0" u="none" strike="noStrike" kern="1200" cap="none" spc="0" normalizeH="0" baseline="0" noProof="0" dirty="0">
              <a:ln>
                <a:noFill/>
              </a:ln>
              <a:solidFill>
                <a:srgbClr val="000000"/>
              </a:solidFill>
              <a:effectLst/>
              <a:uLnTx/>
              <a:uFillTx/>
              <a:latin typeface="Times New Roman" panose="02020603050405020304"/>
              <a:ea typeface="Roboto Medium" panose="02000000000000000000" pitchFamily="2" charset="0"/>
            </a:endParaRPr>
          </a:p>
        </p:txBody>
      </p:sp>
    </p:spTree>
    <p:extLst>
      <p:ext uri="{BB962C8B-B14F-4D97-AF65-F5344CB8AC3E}">
        <p14:creationId xmlns:p14="http://schemas.microsoft.com/office/powerpoint/2010/main" val="3152759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FF8D3-B961-675A-8754-A6BF6CDB314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26A291B-017B-559B-E118-3FBE2D7607FD}"/>
              </a:ext>
            </a:extLst>
          </p:cNvPr>
          <p:cNvSpPr/>
          <p:nvPr/>
        </p:nvSpPr>
        <p:spPr bwMode="auto">
          <a:xfrm>
            <a:off x="466727" y="457200"/>
            <a:ext cx="5634038" cy="582930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algn="ctr"/>
            <a:endParaRPr lang="en-US" sz="1600" dirty="0">
              <a:solidFill>
                <a:schemeClr val="bg1"/>
              </a:solidFill>
            </a:endParaRPr>
          </a:p>
          <a:p>
            <a:pPr algn="ctr"/>
            <a:endParaRPr lang="en-US" sz="1600" dirty="0">
              <a:solidFill>
                <a:schemeClr val="bg1"/>
              </a:solidFill>
            </a:endParaRPr>
          </a:p>
          <a:p>
            <a:pPr algn="ctr"/>
            <a:endParaRPr lang="en-US" sz="1600" dirty="0">
              <a:solidFill>
                <a:schemeClr val="bg1"/>
              </a:solidFill>
            </a:endParaRPr>
          </a:p>
          <a:p>
            <a:pPr algn="ctr"/>
            <a:r>
              <a:rPr lang="en-US" sz="2400" b="0" i="0" dirty="0">
                <a:solidFill>
                  <a:schemeClr val="bg1"/>
                </a:solidFill>
                <a:latin typeface="+mn-lt"/>
                <a:ea typeface="Roboto" panose="02000000000000000000" pitchFamily="2" charset="0"/>
                <a:cs typeface="Roboto" panose="02000000000000000000" pitchFamily="2" charset="0"/>
              </a:rPr>
              <a:t>Introduction to Ratemaking with Modern Technology </a:t>
            </a:r>
          </a:p>
        </p:txBody>
      </p:sp>
      <p:sp>
        <p:nvSpPr>
          <p:cNvPr id="7" name="Title 6">
            <a:extLst>
              <a:ext uri="{FF2B5EF4-FFF2-40B4-BE49-F238E27FC236}">
                <a16:creationId xmlns:a16="http://schemas.microsoft.com/office/drawing/2014/main" id="{DDFE52A7-D56E-BF14-DB24-4470A06E4F16}"/>
              </a:ext>
            </a:extLst>
          </p:cNvPr>
          <p:cNvSpPr>
            <a:spLocks noGrp="1"/>
          </p:cNvSpPr>
          <p:nvPr>
            <p:ph type="title"/>
          </p:nvPr>
        </p:nvSpPr>
        <p:spPr>
          <a:xfrm>
            <a:off x="457198" y="2275841"/>
            <a:ext cx="5634037" cy="1153160"/>
          </a:xfrm>
        </p:spPr>
        <p:txBody>
          <a:bodyPr lIns="0" tIns="0" rIns="0" anchor="ctr"/>
          <a:lstStyle/>
          <a:p>
            <a:pPr algn="ctr">
              <a:spcAft>
                <a:spcPts val="1200"/>
              </a:spcAft>
            </a:pPr>
            <a:r>
              <a:rPr lang="en-US" sz="4400" dirty="0">
                <a:solidFill>
                  <a:schemeClr val="bg1"/>
                </a:solidFill>
              </a:rPr>
              <a:t>Session 1</a:t>
            </a:r>
            <a:endParaRPr lang="en-US" dirty="0">
              <a:solidFill>
                <a:schemeClr val="bg1"/>
              </a:solidFill>
              <a:latin typeface="+mj-lt"/>
            </a:endParaRPr>
          </a:p>
        </p:txBody>
      </p:sp>
      <p:sp>
        <p:nvSpPr>
          <p:cNvPr id="2" name="Slide Number Placeholder 1">
            <a:extLst>
              <a:ext uri="{FF2B5EF4-FFF2-40B4-BE49-F238E27FC236}">
                <a16:creationId xmlns:a16="http://schemas.microsoft.com/office/drawing/2014/main" id="{14C40252-4FD9-4FEF-FD5F-8AFEB55BD279}"/>
              </a:ext>
            </a:extLst>
          </p:cNvPr>
          <p:cNvSpPr>
            <a:spLocks noGrp="1"/>
          </p:cNvSpPr>
          <p:nvPr>
            <p:ph type="sldNum" sz="quarter" idx="18"/>
          </p:nvPr>
        </p:nvSpPr>
        <p:spPr/>
        <p:txBody>
          <a:bodyPr/>
          <a:lstStyle/>
          <a:p>
            <a:fld id="{63DCA5C9-2E11-4C67-86EB-AE1DE127DC64}" type="slidenum">
              <a:rPr lang="en-US" smtClean="0"/>
              <a:pPr/>
              <a:t>5</a:t>
            </a:fld>
            <a:endParaRPr lang="en-US"/>
          </a:p>
        </p:txBody>
      </p:sp>
      <p:sp>
        <p:nvSpPr>
          <p:cNvPr id="3" name="Footer Placeholder 2">
            <a:extLst>
              <a:ext uri="{FF2B5EF4-FFF2-40B4-BE49-F238E27FC236}">
                <a16:creationId xmlns:a16="http://schemas.microsoft.com/office/drawing/2014/main" id="{5E7DD8B8-6C51-C26E-3637-667ED1C711A4}"/>
              </a:ext>
            </a:extLst>
          </p:cNvPr>
          <p:cNvSpPr>
            <a:spLocks noGrp="1"/>
          </p:cNvSpPr>
          <p:nvPr>
            <p:ph type="ftr" sz="quarter" idx="10"/>
          </p:nvPr>
        </p:nvSpPr>
        <p:spPr/>
        <p:txBody>
          <a:bodyPr/>
          <a:lstStyle/>
          <a:p>
            <a:pPr lvl="6"/>
            <a:r>
              <a:rPr lang="en-US" dirty="0"/>
              <a:t>© 2026 WTW. Proprietary and confidential. For WTW and WTW client use only.</a:t>
            </a:r>
          </a:p>
        </p:txBody>
      </p:sp>
      <p:pic>
        <p:nvPicPr>
          <p:cNvPr id="9" name="Picture Placeholder 8">
            <a:extLst>
              <a:ext uri="{FF2B5EF4-FFF2-40B4-BE49-F238E27FC236}">
                <a16:creationId xmlns:a16="http://schemas.microsoft.com/office/drawing/2014/main" id="{C02AC7B0-BA48-9BC4-6D65-569D7ABA4E7E}"/>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t="25" b="25"/>
          <a:stretch/>
        </p:blipFill>
        <p:spPr>
          <a:xfrm flipH="1">
            <a:off x="6096000" y="457200"/>
            <a:ext cx="5634038" cy="5829300"/>
          </a:xfrm>
          <a:prstGeom prst="rect">
            <a:avLst/>
          </a:prstGeom>
        </p:spPr>
      </p:pic>
      <p:sp>
        <p:nvSpPr>
          <p:cNvPr id="4" name="Oval 3">
            <a:extLst>
              <a:ext uri="{FF2B5EF4-FFF2-40B4-BE49-F238E27FC236}">
                <a16:creationId xmlns:a16="http://schemas.microsoft.com/office/drawing/2014/main" id="{E1B4976A-60CF-E0E0-B0ED-16333E4381DF}"/>
              </a:ext>
            </a:extLst>
          </p:cNvPr>
          <p:cNvSpPr/>
          <p:nvPr/>
        </p:nvSpPr>
        <p:spPr bwMode="auto">
          <a:xfrm>
            <a:off x="2515013" y="4430843"/>
            <a:ext cx="1518405" cy="1492642"/>
          </a:xfrm>
          <a:prstGeom prst="ellipse">
            <a:avLst/>
          </a:prstGeom>
          <a:solidFill>
            <a:schemeClr val="tx2">
              <a:lumMod val="40000"/>
              <a:lumOff val="60000"/>
            </a:schemeClr>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spcAft>
                <a:spcPts val="600"/>
              </a:spcAft>
            </a:pPr>
            <a:r>
              <a:rPr lang="en-US" sz="1000" b="1" dirty="0">
                <a:solidFill>
                  <a:srgbClr val="000000"/>
                </a:solidFill>
                <a:ea typeface="Roboto" panose="02000000000000000000" pitchFamily="2" charset="0"/>
                <a:cs typeface="Roboto" panose="02000000000000000000" pitchFamily="2" charset="0"/>
              </a:rPr>
              <a:t>Overview of Modern Technologies</a:t>
            </a:r>
            <a:endParaRPr lang="en-US" sz="1000" dirty="0">
              <a:solidFill>
                <a:srgbClr val="000000"/>
              </a:solidFill>
            </a:endParaRPr>
          </a:p>
          <a:p>
            <a:pPr algn="ctr"/>
            <a:r>
              <a:rPr lang="en-US" sz="1000" b="0" i="0" dirty="0">
                <a:solidFill>
                  <a:srgbClr val="000000"/>
                </a:solidFill>
                <a:latin typeface="+mn-lt"/>
                <a:ea typeface="Roboto" panose="02000000000000000000" pitchFamily="2" charset="0"/>
                <a:cs typeface="Roboto" panose="02000000000000000000" pitchFamily="2" charset="0"/>
              </a:rPr>
              <a:t>Learn about </a:t>
            </a:r>
            <a:r>
              <a:rPr lang="en-US" sz="1000" dirty="0">
                <a:solidFill>
                  <a:srgbClr val="000000"/>
                </a:solidFill>
                <a:ea typeface="Roboto" panose="02000000000000000000" pitchFamily="2" charset="0"/>
                <a:cs typeface="Roboto" panose="02000000000000000000" pitchFamily="2" charset="0"/>
              </a:rPr>
              <a:t>Radar and GitHub</a:t>
            </a:r>
            <a:endParaRPr lang="en-US" sz="1000" b="0" i="0" dirty="0">
              <a:solidFill>
                <a:srgbClr val="000000"/>
              </a:solidFill>
              <a:latin typeface="+mn-lt"/>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61584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D1C86044-1565-F673-E1F8-E06164B4B8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9" name="think-cell data - do not delete" hidden="1">
                        <a:extLst>
                          <a:ext uri="{FF2B5EF4-FFF2-40B4-BE49-F238E27FC236}">
                            <a16:creationId xmlns:a16="http://schemas.microsoft.com/office/drawing/2014/main" id="{D1C86044-1565-F673-E1F8-E06164B4B8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2F4EBD34-8C85-DAAF-F7A6-8FBB53725735}"/>
              </a:ext>
            </a:extLst>
          </p:cNvPr>
          <p:cNvSpPr/>
          <p:nvPr/>
        </p:nvSpPr>
        <p:spPr bwMode="auto">
          <a:xfrm>
            <a:off x="0" y="1616639"/>
            <a:ext cx="2932043" cy="327439"/>
          </a:xfrm>
          <a:prstGeom prst="rect">
            <a:avLst/>
          </a:prstGeom>
          <a:solidFill>
            <a:schemeClr val="tx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Analyze</a:t>
            </a:r>
          </a:p>
        </p:txBody>
      </p:sp>
      <p:sp>
        <p:nvSpPr>
          <p:cNvPr id="21" name="Rectangle 20">
            <a:extLst>
              <a:ext uri="{FF2B5EF4-FFF2-40B4-BE49-F238E27FC236}">
                <a16:creationId xmlns:a16="http://schemas.microsoft.com/office/drawing/2014/main" id="{D6F6C291-FACD-5355-1FBE-893219AC0689}"/>
              </a:ext>
            </a:extLst>
          </p:cNvPr>
          <p:cNvSpPr/>
          <p:nvPr/>
        </p:nvSpPr>
        <p:spPr bwMode="auto">
          <a:xfrm>
            <a:off x="3096710" y="1616639"/>
            <a:ext cx="2932043" cy="327439"/>
          </a:xfrm>
          <a:prstGeom prst="rect">
            <a:avLst/>
          </a:prstGeom>
          <a:solidFill>
            <a:schemeClr val="accent2"/>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Decide</a:t>
            </a:r>
          </a:p>
        </p:txBody>
      </p:sp>
      <p:sp>
        <p:nvSpPr>
          <p:cNvPr id="22" name="Rectangle 21">
            <a:extLst>
              <a:ext uri="{FF2B5EF4-FFF2-40B4-BE49-F238E27FC236}">
                <a16:creationId xmlns:a16="http://schemas.microsoft.com/office/drawing/2014/main" id="{69B85ED4-D455-E372-9850-B9F18C0D4A67}"/>
              </a:ext>
            </a:extLst>
          </p:cNvPr>
          <p:cNvSpPr/>
          <p:nvPr/>
        </p:nvSpPr>
        <p:spPr bwMode="auto">
          <a:xfrm>
            <a:off x="6205130" y="1616639"/>
            <a:ext cx="2920332" cy="327439"/>
          </a:xfrm>
          <a:prstGeom prst="rect">
            <a:avLst/>
          </a:prstGeom>
          <a:solidFill>
            <a:schemeClr val="accent3"/>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Deploy</a:t>
            </a:r>
          </a:p>
        </p:txBody>
      </p:sp>
      <p:sp>
        <p:nvSpPr>
          <p:cNvPr id="23" name="Rectangle 22">
            <a:extLst>
              <a:ext uri="{FF2B5EF4-FFF2-40B4-BE49-F238E27FC236}">
                <a16:creationId xmlns:a16="http://schemas.microsoft.com/office/drawing/2014/main" id="{11C75ABC-F33B-A1F8-8413-93DB23BF4B31}"/>
              </a:ext>
            </a:extLst>
          </p:cNvPr>
          <p:cNvSpPr/>
          <p:nvPr/>
        </p:nvSpPr>
        <p:spPr bwMode="auto">
          <a:xfrm>
            <a:off x="6193418" y="2024005"/>
            <a:ext cx="2920332" cy="1144134"/>
          </a:xfrm>
          <a:prstGeom prst="rect">
            <a:avLst/>
          </a:prstGeom>
          <a:solidFill>
            <a:srgbClr val="FFA3C2">
              <a:alpha val="69804"/>
            </a:srgbClr>
          </a:solidFill>
          <a:ln>
            <a:noFill/>
          </a:ln>
          <a:effectLst/>
        </p:spPr>
        <p:txBody>
          <a:bodyPr rot="0" spcFirstLastPara="0" vertOverflow="overflow" horzOverflow="overflow" vert="horz" wrap="square" lIns="91440" tIns="18288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ts val="1800"/>
              </a:lnSpc>
              <a:spcBef>
                <a:spcPts val="0"/>
              </a:spcBef>
              <a:spcAft>
                <a:spcPts val="0"/>
              </a:spcAft>
              <a:buClr>
                <a:srgbClr val="C2A8F0"/>
              </a:buClr>
              <a:buSzPct val="120000"/>
              <a:buFontTx/>
              <a:buNone/>
              <a:tabLst/>
              <a:defRPr/>
            </a:pPr>
            <a:r>
              <a:rPr kumimoji="0" lang="en-US" sz="1700" b="0" i="0" u="none" strike="noStrike" kern="0" cap="none" spc="0" normalizeH="0" baseline="0" noProof="0">
                <a:ln>
                  <a:noFill/>
                </a:ln>
                <a:solidFill>
                  <a:srgbClr val="000000"/>
                </a:solidFill>
                <a:effectLst/>
                <a:uLnTx/>
                <a:uFillTx/>
                <a:latin typeface="Arial"/>
                <a:ea typeface="+mn-ea"/>
                <a:cs typeface="+mn-cs"/>
              </a:rPr>
              <a:t>Productionize strategies instantly and at scale</a:t>
            </a:r>
          </a:p>
        </p:txBody>
      </p:sp>
      <p:sp>
        <p:nvSpPr>
          <p:cNvPr id="24" name="Rectangle 23">
            <a:extLst>
              <a:ext uri="{FF2B5EF4-FFF2-40B4-BE49-F238E27FC236}">
                <a16:creationId xmlns:a16="http://schemas.microsoft.com/office/drawing/2014/main" id="{25113C07-F620-2622-D0B8-15C55574FD55}"/>
              </a:ext>
            </a:extLst>
          </p:cNvPr>
          <p:cNvSpPr/>
          <p:nvPr/>
        </p:nvSpPr>
        <p:spPr bwMode="auto">
          <a:xfrm>
            <a:off x="3096710" y="2024004"/>
            <a:ext cx="2932043" cy="1144132"/>
          </a:xfrm>
          <a:prstGeom prst="rect">
            <a:avLst/>
          </a:prstGeom>
          <a:solidFill>
            <a:srgbClr val="E377DC">
              <a:alpha val="60000"/>
            </a:srgbClr>
          </a:solidFill>
          <a:ln>
            <a:noFill/>
          </a:ln>
          <a:effectLst/>
        </p:spPr>
        <p:txBody>
          <a:bodyPr rot="0" spcFirstLastPara="0" vertOverflow="overflow" horzOverflow="overflow" vert="horz" wrap="square" lIns="91440" tIns="18288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ts val="1800"/>
              </a:lnSpc>
              <a:spcBef>
                <a:spcPts val="0"/>
              </a:spcBef>
              <a:spcAft>
                <a:spcPts val="0"/>
              </a:spcAft>
              <a:buClr>
                <a:srgbClr val="E377DC"/>
              </a:buClr>
              <a:buSzPct val="120000"/>
              <a:buFontTx/>
              <a:buNone/>
              <a:tabLst/>
              <a:defRPr/>
            </a:pPr>
            <a:r>
              <a:rPr kumimoji="0" lang="en-US" sz="1700" b="0" i="0" u="none" strike="noStrike" kern="0" cap="none" spc="0" normalizeH="0" baseline="0" noProof="0">
                <a:ln>
                  <a:noFill/>
                </a:ln>
                <a:solidFill>
                  <a:srgbClr val="000000"/>
                </a:solidFill>
                <a:effectLst/>
                <a:uLnTx/>
                <a:uFillTx/>
                <a:latin typeface="Arial"/>
                <a:ea typeface="+mn-ea"/>
                <a:cs typeface="+mn-cs"/>
              </a:rPr>
              <a:t>Make confident, data driven decisions</a:t>
            </a:r>
          </a:p>
        </p:txBody>
      </p:sp>
      <p:sp>
        <p:nvSpPr>
          <p:cNvPr id="25" name="Rectangle 24">
            <a:extLst>
              <a:ext uri="{FF2B5EF4-FFF2-40B4-BE49-F238E27FC236}">
                <a16:creationId xmlns:a16="http://schemas.microsoft.com/office/drawing/2014/main" id="{CD72ED7D-683A-5F9B-967A-811DD398DE99}"/>
              </a:ext>
            </a:extLst>
          </p:cNvPr>
          <p:cNvSpPr/>
          <p:nvPr/>
        </p:nvSpPr>
        <p:spPr bwMode="auto">
          <a:xfrm>
            <a:off x="0" y="2024004"/>
            <a:ext cx="2931130" cy="1144132"/>
          </a:xfrm>
          <a:prstGeom prst="rect">
            <a:avLst/>
          </a:prstGeom>
          <a:solidFill>
            <a:srgbClr val="C2A8F0"/>
          </a:solidFill>
          <a:ln>
            <a:noFill/>
          </a:ln>
          <a:effectLst/>
        </p:spPr>
        <p:txBody>
          <a:bodyPr rot="0" spcFirstLastPara="0" vertOverflow="overflow" horzOverflow="overflow" vert="horz" wrap="square" lIns="91440" tIns="18288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ts val="1800"/>
              </a:lnSpc>
              <a:spcBef>
                <a:spcPts val="0"/>
              </a:spcBef>
              <a:spcAft>
                <a:spcPts val="0"/>
              </a:spcAft>
              <a:buClr>
                <a:srgbClr val="E377DC"/>
              </a:buClr>
              <a:buSzPct val="120000"/>
              <a:buFontTx/>
              <a:buNone/>
              <a:tabLst/>
              <a:defRPr/>
            </a:pPr>
            <a:r>
              <a:rPr kumimoji="0" lang="en-US" sz="1700" b="0" i="0" u="none" strike="noStrike" kern="0" cap="none" spc="0" normalizeH="0" baseline="0" noProof="0">
                <a:ln>
                  <a:noFill/>
                </a:ln>
                <a:solidFill>
                  <a:srgbClr val="000000"/>
                </a:solidFill>
                <a:effectLst/>
                <a:uLnTx/>
                <a:uFillTx/>
                <a:latin typeface="Arial"/>
                <a:ea typeface="+mn-ea"/>
                <a:cs typeface="+mn-cs"/>
              </a:rPr>
              <a:t>Fit sophisticated predictive models in minutes</a:t>
            </a:r>
          </a:p>
        </p:txBody>
      </p:sp>
      <p:sp>
        <p:nvSpPr>
          <p:cNvPr id="28" name="Rectangle 27">
            <a:extLst>
              <a:ext uri="{FF2B5EF4-FFF2-40B4-BE49-F238E27FC236}">
                <a16:creationId xmlns:a16="http://schemas.microsoft.com/office/drawing/2014/main" id="{433CFCA9-D0B2-332E-4C99-606A9E55C788}"/>
              </a:ext>
            </a:extLst>
          </p:cNvPr>
          <p:cNvSpPr/>
          <p:nvPr/>
        </p:nvSpPr>
        <p:spPr bwMode="auto">
          <a:xfrm>
            <a:off x="9273162" y="2024005"/>
            <a:ext cx="2918839" cy="1144136"/>
          </a:xfrm>
          <a:prstGeom prst="rect">
            <a:avLst/>
          </a:prstGeom>
          <a:solidFill>
            <a:srgbClr val="FFBFAC"/>
          </a:solidFill>
          <a:ln>
            <a:noFill/>
          </a:ln>
          <a:effectLst/>
        </p:spPr>
        <p:txBody>
          <a:bodyPr rot="0" spcFirstLastPara="0" vertOverflow="overflow" horzOverflow="overflow" vert="horz" wrap="square" lIns="91440" tIns="182880" rIns="91440" bIns="91440" numCol="1" spcCol="0" rtlCol="0" fromWordArt="0" anchor="t" anchorCtr="0" forceAA="0" compatLnSpc="1">
            <a:prstTxWarp prst="textNoShape">
              <a:avLst/>
            </a:prstTxWarp>
            <a:noAutofit/>
          </a:bodyPr>
          <a:lstStyle/>
          <a:p>
            <a:pPr marL="0" marR="0" lvl="0" indent="0" algn="ctr" defTabSz="914400" rtl="0" eaLnBrk="1" fontAlgn="auto" latinLnBrk="0" hangingPunct="1">
              <a:lnSpc>
                <a:spcPts val="1800"/>
              </a:lnSpc>
              <a:spcBef>
                <a:spcPts val="0"/>
              </a:spcBef>
              <a:spcAft>
                <a:spcPts val="0"/>
              </a:spcAft>
              <a:buClr>
                <a:srgbClr val="C2A8F0"/>
              </a:buClr>
              <a:buSzPct val="120000"/>
              <a:buFontTx/>
              <a:buNone/>
              <a:tabLst/>
              <a:defRPr/>
            </a:pPr>
            <a:r>
              <a:rPr kumimoji="0" lang="en-US" sz="1700" b="0" i="0" u="none" strike="noStrike" kern="0" cap="none" spc="0" normalizeH="0" baseline="0" noProof="0">
                <a:ln>
                  <a:noFill/>
                </a:ln>
                <a:solidFill>
                  <a:srgbClr val="000000"/>
                </a:solidFill>
                <a:effectLst/>
                <a:uLnTx/>
                <a:uFillTx/>
                <a:latin typeface="Arial"/>
                <a:ea typeface="+mn-ea"/>
                <a:cs typeface="+mn-cs"/>
              </a:rPr>
              <a:t>Track performance and identify leading indicators</a:t>
            </a:r>
          </a:p>
        </p:txBody>
      </p:sp>
      <p:grpSp>
        <p:nvGrpSpPr>
          <p:cNvPr id="35" name="Group 34">
            <a:extLst>
              <a:ext uri="{FF2B5EF4-FFF2-40B4-BE49-F238E27FC236}">
                <a16:creationId xmlns:a16="http://schemas.microsoft.com/office/drawing/2014/main" id="{5037D2C4-9094-4346-F31E-9B66A9B3DECD}"/>
              </a:ext>
            </a:extLst>
          </p:cNvPr>
          <p:cNvGrpSpPr/>
          <p:nvPr/>
        </p:nvGrpSpPr>
        <p:grpSpPr>
          <a:xfrm>
            <a:off x="3010836" y="1762235"/>
            <a:ext cx="6182620" cy="3402933"/>
            <a:chOff x="3423890" y="1456480"/>
            <a:chExt cx="7030809" cy="4397713"/>
          </a:xfrm>
        </p:grpSpPr>
        <p:cxnSp>
          <p:nvCxnSpPr>
            <p:cNvPr id="26" name="Straight Connector 25">
              <a:extLst>
                <a:ext uri="{FF2B5EF4-FFF2-40B4-BE49-F238E27FC236}">
                  <a16:creationId xmlns:a16="http://schemas.microsoft.com/office/drawing/2014/main" id="{631C6BFB-2540-0742-BD73-8238012D6A3D}"/>
                </a:ext>
              </a:extLst>
            </p:cNvPr>
            <p:cNvCxnSpPr>
              <a:cxnSpLocks/>
            </p:cNvCxnSpPr>
            <p:nvPr/>
          </p:nvCxnSpPr>
          <p:spPr>
            <a:xfrm>
              <a:off x="3423890" y="1456480"/>
              <a:ext cx="0" cy="4397713"/>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74D48DE-22D2-C97E-3AC9-B579CFE79DAC}"/>
                </a:ext>
              </a:extLst>
            </p:cNvPr>
            <p:cNvCxnSpPr>
              <a:cxnSpLocks/>
            </p:cNvCxnSpPr>
            <p:nvPr/>
          </p:nvCxnSpPr>
          <p:spPr>
            <a:xfrm>
              <a:off x="6956588" y="1456480"/>
              <a:ext cx="0" cy="4397713"/>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3F66AE-1DE1-8191-D65F-EC3A1C0F1DAB}"/>
                </a:ext>
              </a:extLst>
            </p:cNvPr>
            <p:cNvCxnSpPr>
              <a:cxnSpLocks/>
            </p:cNvCxnSpPr>
            <p:nvPr/>
          </p:nvCxnSpPr>
          <p:spPr>
            <a:xfrm>
              <a:off x="10454699" y="1456480"/>
              <a:ext cx="0" cy="4397713"/>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20C8D88F-B997-C795-62E6-CE5DE867EFEC}"/>
              </a:ext>
            </a:extLst>
          </p:cNvPr>
          <p:cNvSpPr/>
          <p:nvPr/>
        </p:nvSpPr>
        <p:spPr bwMode="auto">
          <a:xfrm>
            <a:off x="9273162" y="1616639"/>
            <a:ext cx="2918839" cy="327439"/>
          </a:xfrm>
          <a:prstGeom prst="rect">
            <a:avLst/>
          </a:prstGeom>
          <a:solidFill>
            <a:schemeClr val="accent4"/>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Monitor</a:t>
            </a:r>
          </a:p>
        </p:txBody>
      </p:sp>
      <p:sp>
        <p:nvSpPr>
          <p:cNvPr id="31" name="Rectangle 30">
            <a:extLst>
              <a:ext uri="{FF2B5EF4-FFF2-40B4-BE49-F238E27FC236}">
                <a16:creationId xmlns:a16="http://schemas.microsoft.com/office/drawing/2014/main" id="{B27D8D83-ACD2-3D90-766B-4AB98CF7AC1E}"/>
              </a:ext>
            </a:extLst>
          </p:cNvPr>
          <p:cNvSpPr/>
          <p:nvPr/>
        </p:nvSpPr>
        <p:spPr bwMode="auto">
          <a:xfrm>
            <a:off x="0" y="3194953"/>
            <a:ext cx="2931130" cy="1990535"/>
          </a:xfrm>
          <a:prstGeom prst="rect">
            <a:avLst/>
          </a:prstGeom>
          <a:solidFill>
            <a:schemeClr val="bg1">
              <a:lumMod val="95000"/>
            </a:schemeClr>
          </a:solidFill>
          <a:ln w="19050">
            <a:noFill/>
          </a:ln>
          <a:effectLst/>
        </p:spPr>
        <p:txBody>
          <a:bodyPr rot="0" spcFirstLastPara="0" vertOverflow="overflow" horzOverflow="overflow" vert="horz" wrap="square" lIns="182880" tIns="91440" rIns="0" bIns="91440" numCol="1" spcCol="0" rtlCol="0" fromWordArt="0" anchor="t" anchorCtr="0" forceAA="0" compatLnSpc="1">
            <a:prstTxWarp prst="textNoShape">
              <a:avLst/>
            </a:prstTxWarp>
            <a:noAutofit/>
          </a:bodyPr>
          <a:lstStyle/>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Traditional GLMs, elastic nets (penalized regression), GBMs, or Radar’s proprietary </a:t>
            </a:r>
            <a:b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b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Machine Learning algorithms to enhance GLMs</a:t>
            </a:r>
          </a:p>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Machine-led GLMs</a:t>
            </a:r>
          </a:p>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Open-source models also supported</a:t>
            </a:r>
          </a:p>
        </p:txBody>
      </p:sp>
      <p:sp>
        <p:nvSpPr>
          <p:cNvPr id="32" name="Rectangle 31">
            <a:extLst>
              <a:ext uri="{FF2B5EF4-FFF2-40B4-BE49-F238E27FC236}">
                <a16:creationId xmlns:a16="http://schemas.microsoft.com/office/drawing/2014/main" id="{EF6B2B0C-3A54-7BFA-533D-370003ADF744}"/>
              </a:ext>
            </a:extLst>
          </p:cNvPr>
          <p:cNvSpPr/>
          <p:nvPr/>
        </p:nvSpPr>
        <p:spPr bwMode="auto">
          <a:xfrm>
            <a:off x="3096710" y="3194953"/>
            <a:ext cx="2940936" cy="1990535"/>
          </a:xfrm>
          <a:prstGeom prst="rect">
            <a:avLst/>
          </a:prstGeom>
          <a:solidFill>
            <a:schemeClr val="bg1">
              <a:lumMod val="95000"/>
            </a:schemeClr>
          </a:solidFill>
          <a:ln w="19050">
            <a:noFill/>
          </a:ln>
          <a:effectLst/>
        </p:spPr>
        <p:txBody>
          <a:bodyPr rot="0" spcFirstLastPara="0" vertOverflow="overflow" horzOverflow="overflow" vert="horz" wrap="square" lIns="182880" tIns="91440" rIns="0" bIns="91440" numCol="1" spcCol="0" rtlCol="0" fromWordArt="0" anchor="t" anchorCtr="0" forceAA="0" compatLnSpc="1">
            <a:prstTxWarp prst="textNoShape">
              <a:avLst/>
            </a:prstTxWarp>
            <a:noAutofit/>
          </a:bodyPr>
          <a:lstStyle/>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Interactively modify and evaluate the impacts of rates and rules</a:t>
            </a:r>
          </a:p>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Understand drivers of impacts using Machine Learning</a:t>
            </a:r>
          </a:p>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Scenario test and/or use mathematical optimization in real time to optimize your decision-making</a:t>
            </a:r>
          </a:p>
        </p:txBody>
      </p:sp>
      <p:sp>
        <p:nvSpPr>
          <p:cNvPr id="33" name="Rectangle 32">
            <a:extLst>
              <a:ext uri="{FF2B5EF4-FFF2-40B4-BE49-F238E27FC236}">
                <a16:creationId xmlns:a16="http://schemas.microsoft.com/office/drawing/2014/main" id="{021822A2-B3A1-7806-DFB9-69A55B1E38B8}"/>
              </a:ext>
            </a:extLst>
          </p:cNvPr>
          <p:cNvSpPr/>
          <p:nvPr/>
        </p:nvSpPr>
        <p:spPr bwMode="auto">
          <a:xfrm>
            <a:off x="6193419" y="3194953"/>
            <a:ext cx="2920330" cy="1990535"/>
          </a:xfrm>
          <a:prstGeom prst="rect">
            <a:avLst/>
          </a:prstGeom>
          <a:solidFill>
            <a:schemeClr val="bg1">
              <a:lumMod val="95000"/>
            </a:schemeClr>
          </a:solidFill>
          <a:ln w="19050">
            <a:noFill/>
          </a:ln>
          <a:effectLst/>
        </p:spPr>
        <p:txBody>
          <a:bodyPr rot="0" spcFirstLastPara="0" vertOverflow="overflow" horzOverflow="overflow" vert="horz" wrap="square" lIns="182880" tIns="91440" rIns="0" bIns="91440" numCol="1" spcCol="0" rtlCol="0" fromWordArt="0" anchor="t" anchorCtr="0" forceAA="0" compatLnSpc="1">
            <a:prstTxWarp prst="textNoShape">
              <a:avLst/>
            </a:prstTxWarp>
            <a:noAutofit/>
          </a:bodyPr>
          <a:lstStyle/>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Seamlessly integrate with IT systems via API for real-time results</a:t>
            </a:r>
          </a:p>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No/minimal IT involvement required</a:t>
            </a:r>
          </a:p>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Provide flexibility to deploy native models without compromising on governance, controls, or security</a:t>
            </a:r>
          </a:p>
        </p:txBody>
      </p:sp>
      <p:sp>
        <p:nvSpPr>
          <p:cNvPr id="34" name="Rectangle 33">
            <a:extLst>
              <a:ext uri="{FF2B5EF4-FFF2-40B4-BE49-F238E27FC236}">
                <a16:creationId xmlns:a16="http://schemas.microsoft.com/office/drawing/2014/main" id="{BF3C8FB2-8A8C-6285-6A8B-A0676D99BAD2}"/>
              </a:ext>
            </a:extLst>
          </p:cNvPr>
          <p:cNvSpPr/>
          <p:nvPr/>
        </p:nvSpPr>
        <p:spPr bwMode="auto">
          <a:xfrm>
            <a:off x="9273162" y="3194953"/>
            <a:ext cx="2918839" cy="1990535"/>
          </a:xfrm>
          <a:prstGeom prst="rect">
            <a:avLst/>
          </a:prstGeom>
          <a:solidFill>
            <a:schemeClr val="bg1">
              <a:lumMod val="95000"/>
            </a:schemeClr>
          </a:solidFill>
          <a:ln w="19050">
            <a:noFill/>
          </a:ln>
          <a:effectLst/>
        </p:spPr>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Proactively manage your portfolio through monitoring of results and modelling drivers of performance</a:t>
            </a:r>
          </a:p>
          <a:p>
            <a:pPr marL="166688" marR="0" lvl="0" indent="-166688" algn="l" defTabSz="914400" rtl="0" eaLnBrk="1" fontAlgn="auto" latinLnBrk="0" hangingPunct="1">
              <a:lnSpc>
                <a:spcPts val="1500"/>
              </a:lnSpc>
              <a:spcBef>
                <a:spcPts val="0"/>
              </a:spcBef>
              <a:spcAft>
                <a:spcPts val="300"/>
              </a:spcAft>
              <a:buClr>
                <a:srgbClr val="7F35B2"/>
              </a:buClr>
              <a:buSzTx/>
              <a:buFont typeface="Arial" panose="020B0604020202020204" pitchFamily="34" charset="0"/>
              <a:buChar char="•"/>
              <a:tabLst/>
              <a:defRPr/>
            </a:pPr>
            <a:r>
              <a:rPr kumimoji="0" lang="en-US" sz="1300" b="0" i="0" u="none" strike="noStrike" kern="1200" cap="none" spc="0" normalizeH="0" baseline="0" noProof="0">
                <a:ln>
                  <a:noFill/>
                </a:ln>
                <a:solidFill>
                  <a:srgbClr val="000000"/>
                </a:solidFill>
                <a:effectLst/>
                <a:uLnTx/>
                <a:uFillTx/>
                <a:latin typeface="Arial" panose="020B0604020202020204"/>
                <a:ea typeface="Times New Roman" panose="02020603050405020304" pitchFamily="18" charset="0"/>
                <a:cs typeface="+mn-cs"/>
              </a:rPr>
              <a:t>Understand when the optimal time is to update predictive models</a:t>
            </a:r>
          </a:p>
        </p:txBody>
      </p:sp>
      <p:sp>
        <p:nvSpPr>
          <p:cNvPr id="4" name="Title 3">
            <a:extLst>
              <a:ext uri="{FF2B5EF4-FFF2-40B4-BE49-F238E27FC236}">
                <a16:creationId xmlns:a16="http://schemas.microsoft.com/office/drawing/2014/main" id="{490D32B1-6411-1B40-79E9-196D64ADFF6D}"/>
              </a:ext>
            </a:extLst>
          </p:cNvPr>
          <p:cNvSpPr>
            <a:spLocks noGrp="1"/>
          </p:cNvSpPr>
          <p:nvPr>
            <p:ph type="title"/>
          </p:nvPr>
        </p:nvSpPr>
        <p:spPr>
          <a:xfrm>
            <a:off x="3077558" y="665149"/>
            <a:ext cx="9114442" cy="457200"/>
          </a:xfrm>
        </p:spPr>
        <p:txBody>
          <a:bodyPr vert="horz"/>
          <a:lstStyle/>
          <a:p>
            <a:r>
              <a:rPr lang="en-US" sz="2800" dirty="0"/>
              <a:t>WTW’s AI-enhanced Ratemaking Technology</a:t>
            </a:r>
            <a:endParaRPr lang="en-US" sz="3000" dirty="0"/>
          </a:p>
        </p:txBody>
      </p:sp>
      <p:sp>
        <p:nvSpPr>
          <p:cNvPr id="5" name="Footer Placeholder 4">
            <a:extLst>
              <a:ext uri="{FF2B5EF4-FFF2-40B4-BE49-F238E27FC236}">
                <a16:creationId xmlns:a16="http://schemas.microsoft.com/office/drawing/2014/main" id="{78D9D76C-3580-1635-F7D6-C0A35EBA9D40}"/>
              </a:ext>
            </a:extLst>
          </p:cNvPr>
          <p:cNvSpPr>
            <a:spLocks noGrp="1"/>
          </p:cNvSpPr>
          <p:nvPr>
            <p:ph type="ftr" sz="quarter" idx="10"/>
          </p:nvPr>
        </p:nvSpPr>
        <p:spPr/>
        <p:txBody>
          <a:bodyPr/>
          <a:lstStyle/>
          <a:p>
            <a:pPr marL="0" marR="0" lvl="6" indent="9525"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p>
        </p:txBody>
      </p:sp>
      <p:sp>
        <p:nvSpPr>
          <p:cNvPr id="36" name="TextBox 35">
            <a:extLst>
              <a:ext uri="{FF2B5EF4-FFF2-40B4-BE49-F238E27FC236}">
                <a16:creationId xmlns:a16="http://schemas.microsoft.com/office/drawing/2014/main" id="{E5491AAE-BD1D-B239-D336-40E1B1EA6FFB}"/>
              </a:ext>
            </a:extLst>
          </p:cNvPr>
          <p:cNvSpPr txBox="1"/>
          <p:nvPr/>
        </p:nvSpPr>
        <p:spPr>
          <a:xfrm>
            <a:off x="21353" y="5451946"/>
            <a:ext cx="12192000" cy="556933"/>
          </a:xfrm>
          <a:prstGeom prst="rect">
            <a:avLst/>
          </a:prstGeom>
          <a:noFill/>
        </p:spPr>
        <p:txBody>
          <a:bodyPr wrap="square" lIns="274320" tIns="274320" rIns="182880" bIns="27432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All within a governed environment</a:t>
            </a: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 contributing to improved efficiency, elimination of silos, reduction of errors,</a:t>
            </a:r>
            <a:b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b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full auditability of actions, and an increased understanding of customer impacts.</a:t>
            </a:r>
          </a:p>
        </p:txBody>
      </p:sp>
      <p:pic>
        <p:nvPicPr>
          <p:cNvPr id="11" name="Graphic 10">
            <a:extLst>
              <a:ext uri="{FF2B5EF4-FFF2-40B4-BE49-F238E27FC236}">
                <a16:creationId xmlns:a16="http://schemas.microsoft.com/office/drawing/2014/main" id="{DC11CA1E-A7D1-B4FF-E318-EBFBBB5BE5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2708" y="304800"/>
            <a:ext cx="2308110" cy="1029401"/>
          </a:xfrm>
          <a:prstGeom prst="rect">
            <a:avLst/>
          </a:prstGeom>
        </p:spPr>
      </p:pic>
      <p:sp>
        <p:nvSpPr>
          <p:cNvPr id="2" name="Slide Number Placeholder 1">
            <a:extLst>
              <a:ext uri="{FF2B5EF4-FFF2-40B4-BE49-F238E27FC236}">
                <a16:creationId xmlns:a16="http://schemas.microsoft.com/office/drawing/2014/main" id="{83281AAE-9EBC-88B0-86AF-70517A0C4D26}"/>
              </a:ext>
            </a:extLst>
          </p:cNvPr>
          <p:cNvSpPr>
            <a:spLocks noGrp="1"/>
          </p:cNvSpPr>
          <p:nvPr>
            <p:ph type="sldNum" sz="quarter" idx="18"/>
          </p:nvPr>
        </p:nvSpPr>
        <p:spPr>
          <a:xfrm>
            <a:off x="11427675" y="6437376"/>
            <a:ext cx="306387" cy="208758"/>
          </a:xfrm>
        </p:spPr>
        <p:txBody>
          <a:bodyPr/>
          <a:lstStyle/>
          <a:p>
            <a:fld id="{63DCA5C9-2E11-4C67-86EB-AE1DE127DC64}" type="slidenum">
              <a:rPr lang="en-US" smtClean="0"/>
              <a:pPr/>
              <a:t>6</a:t>
            </a:fld>
            <a:endParaRPr lang="en-US"/>
          </a:p>
        </p:txBody>
      </p:sp>
    </p:spTree>
    <p:extLst>
      <p:ext uri="{BB962C8B-B14F-4D97-AF65-F5344CB8AC3E}">
        <p14:creationId xmlns:p14="http://schemas.microsoft.com/office/powerpoint/2010/main" val="2182435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1535B-7BE9-0D33-EAA5-009A587699A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2C986E4-7E11-0789-0EA6-7B8C7FF2C7A4}"/>
              </a:ext>
            </a:extLst>
          </p:cNvPr>
          <p:cNvSpPr/>
          <p:nvPr/>
        </p:nvSpPr>
        <p:spPr bwMode="auto">
          <a:xfrm>
            <a:off x="466727" y="457200"/>
            <a:ext cx="5634038" cy="582930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Efficient On-leveling </a:t>
            </a:r>
            <a:r>
              <a:rPr lang="en-US" sz="2400" dirty="0">
                <a:solidFill>
                  <a:srgbClr val="FFFFFF"/>
                </a:solidFill>
                <a:latin typeface="Arial" panose="020B0604020202020204"/>
              </a:rPr>
              <a:t>P</a:t>
            </a:r>
            <a:r>
              <a:rPr kumimoji="0" lang="en-US" sz="2400" b="0" i="0" u="none" strike="noStrike" kern="1200" cap="none" spc="0" normalizeH="0" baseline="0" noProof="0" dirty="0" err="1">
                <a:ln>
                  <a:noFill/>
                </a:ln>
                <a:solidFill>
                  <a:srgbClr val="FFFFFF"/>
                </a:solidFill>
                <a:effectLst/>
                <a:uLnTx/>
                <a:uFillTx/>
                <a:latin typeface="Arial" panose="020B0604020202020204"/>
                <a:ea typeface="+mn-ea"/>
                <a:cs typeface="+mn-cs"/>
              </a:rPr>
              <a:t>remium</a:t>
            </a: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 Methodologies</a:t>
            </a:r>
            <a:endParaRPr kumimoji="0" lang="en-US" sz="2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FAFE389C-5BDF-3FD9-8634-7A91C4947351}"/>
              </a:ext>
            </a:extLst>
          </p:cNvPr>
          <p:cNvSpPr>
            <a:spLocks noGrp="1"/>
          </p:cNvSpPr>
          <p:nvPr>
            <p:ph type="title"/>
          </p:nvPr>
        </p:nvSpPr>
        <p:spPr>
          <a:xfrm>
            <a:off x="457198" y="2275841"/>
            <a:ext cx="5634037" cy="1153160"/>
          </a:xfrm>
        </p:spPr>
        <p:txBody>
          <a:bodyPr lIns="0" tIns="0" rIns="0" anchor="ctr"/>
          <a:lstStyle/>
          <a:p>
            <a:pPr algn="ctr">
              <a:spcAft>
                <a:spcPts val="1200"/>
              </a:spcAft>
            </a:pPr>
            <a:r>
              <a:rPr lang="en-US" sz="4400" dirty="0">
                <a:solidFill>
                  <a:schemeClr val="bg1"/>
                </a:solidFill>
              </a:rPr>
              <a:t>Session 2</a:t>
            </a:r>
            <a:endParaRPr lang="en-US" dirty="0">
              <a:solidFill>
                <a:schemeClr val="bg1"/>
              </a:solidFill>
              <a:latin typeface="+mj-lt"/>
            </a:endParaRPr>
          </a:p>
        </p:txBody>
      </p:sp>
      <p:sp>
        <p:nvSpPr>
          <p:cNvPr id="2" name="Slide Number Placeholder 1">
            <a:extLst>
              <a:ext uri="{FF2B5EF4-FFF2-40B4-BE49-F238E27FC236}">
                <a16:creationId xmlns:a16="http://schemas.microsoft.com/office/drawing/2014/main" id="{67449316-22DB-E6B8-E659-D84B845FC4E0}"/>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3" name="Footer Placeholder 2">
            <a:extLst>
              <a:ext uri="{FF2B5EF4-FFF2-40B4-BE49-F238E27FC236}">
                <a16:creationId xmlns:a16="http://schemas.microsoft.com/office/drawing/2014/main" id="{32A3AA47-EC11-7984-6833-959EC089F359}"/>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pic>
        <p:nvPicPr>
          <p:cNvPr id="9" name="Picture Placeholder 8" descr="Old woman working in kitchen">
            <a:extLst>
              <a:ext uri="{FF2B5EF4-FFF2-40B4-BE49-F238E27FC236}">
                <a16:creationId xmlns:a16="http://schemas.microsoft.com/office/drawing/2014/main" id="{96F3C4DD-6881-4EAD-CBB0-5AE65CD2E445}"/>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7783" r="17783"/>
          <a:stretch/>
        </p:blipFill>
        <p:spPr>
          <a:xfrm flipH="1">
            <a:off x="6096000" y="457200"/>
            <a:ext cx="5634038" cy="5829300"/>
          </a:xfrm>
          <a:prstGeom prst="rect">
            <a:avLst/>
          </a:prstGeom>
        </p:spPr>
      </p:pic>
      <p:sp>
        <p:nvSpPr>
          <p:cNvPr id="4" name="Oval 3">
            <a:extLst>
              <a:ext uri="{FF2B5EF4-FFF2-40B4-BE49-F238E27FC236}">
                <a16:creationId xmlns:a16="http://schemas.microsoft.com/office/drawing/2014/main" id="{18A3F6FA-8A15-CC8B-4C99-33D307A12DCC}"/>
              </a:ext>
            </a:extLst>
          </p:cNvPr>
          <p:cNvSpPr/>
          <p:nvPr/>
        </p:nvSpPr>
        <p:spPr bwMode="auto">
          <a:xfrm>
            <a:off x="2515013" y="4422217"/>
            <a:ext cx="1518405" cy="1492642"/>
          </a:xfrm>
          <a:prstGeom prst="ellipse">
            <a:avLst/>
          </a:prstGeom>
          <a:solidFill>
            <a:srgbClr val="C2A8F0"/>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Extension of Exposures</a:t>
            </a:r>
            <a:endParaRPr lang="en-US" sz="1000" b="1" dirty="0">
              <a:solidFill>
                <a:srgbClr val="000000"/>
              </a:solidFill>
              <a:latin typeface="Arial" panose="020B0604020202020204"/>
              <a:ea typeface="Roboto" panose="02000000000000000000" pitchFamily="2" charset="0"/>
              <a:cs typeface="Roboto" panose="02000000000000000000" pitchFamily="2" charset="0"/>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000" dirty="0">
                <a:solidFill>
                  <a:srgbClr val="000000"/>
                </a:solidFill>
                <a:latin typeface="Arial" panose="020B0604020202020204"/>
                <a:ea typeface="Roboto" panose="02000000000000000000" pitchFamily="2" charset="0"/>
                <a:cs typeface="Roboto" panose="02000000000000000000" pitchFamily="2" charset="0"/>
              </a:rPr>
              <a:t>Leverage Radar and Python to increase speed &amp; accuracy</a:t>
            </a:r>
            <a:endParaRPr kumimoji="0" lang="en-US" sz="100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71380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E87C49-FF0A-B5AA-7C19-6188F0D902E4}"/>
              </a:ext>
            </a:extLst>
          </p:cNvPr>
          <p:cNvSpPr>
            <a:spLocks noGrp="1"/>
          </p:cNvSpPr>
          <p:nvPr>
            <p:ph type="sldNum" sz="quarter" idx="2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5" name="Footer Placeholder 4">
            <a:extLst>
              <a:ext uri="{FF2B5EF4-FFF2-40B4-BE49-F238E27FC236}">
                <a16:creationId xmlns:a16="http://schemas.microsoft.com/office/drawing/2014/main" id="{B2C6BB6A-7816-BF91-0308-418EBC304573}"/>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a:ln>
                <a:noFill/>
              </a:ln>
              <a:solidFill>
                <a:srgbClr val="000000"/>
              </a:solidFill>
              <a:effectLst/>
              <a:uLnTx/>
              <a:uFillTx/>
              <a:latin typeface="Arial" panose="020B0604020202020204"/>
              <a:ea typeface="Roboto" panose="02000000000000000000" pitchFamily="2" charset="0"/>
            </a:endParaRPr>
          </a:p>
        </p:txBody>
      </p:sp>
      <p:pic>
        <p:nvPicPr>
          <p:cNvPr id="8" name="Graphic 7" descr="Disk with solid fill">
            <a:extLst>
              <a:ext uri="{FF2B5EF4-FFF2-40B4-BE49-F238E27FC236}">
                <a16:creationId xmlns:a16="http://schemas.microsoft.com/office/drawing/2014/main" id="{87D63245-3E88-A5C6-03E7-4D9B570C515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26873" y="1911803"/>
            <a:ext cx="859536" cy="859536"/>
          </a:xfrm>
          <a:prstGeom prst="rect">
            <a:avLst/>
          </a:prstGeom>
        </p:spPr>
      </p:pic>
      <p:sp>
        <p:nvSpPr>
          <p:cNvPr id="9" name="Rectangle 8">
            <a:extLst>
              <a:ext uri="{FF2B5EF4-FFF2-40B4-BE49-F238E27FC236}">
                <a16:creationId xmlns:a16="http://schemas.microsoft.com/office/drawing/2014/main" id="{0C8B5E6F-D720-1A5E-77FB-AE8543B6D09F}"/>
              </a:ext>
            </a:extLst>
          </p:cNvPr>
          <p:cNvSpPr/>
          <p:nvPr/>
        </p:nvSpPr>
        <p:spPr bwMode="auto">
          <a:xfrm>
            <a:off x="1453792" y="1804328"/>
            <a:ext cx="3970419" cy="989407"/>
          </a:xfrm>
          <a:prstGeom prst="rect">
            <a:avLst/>
          </a:prstGeom>
          <a:ln w="28575">
            <a:solidFill>
              <a:srgbClr val="B286D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ts val="2100"/>
              </a:lnSpc>
              <a:spcBef>
                <a:spcPts val="0"/>
              </a:spcBef>
              <a:spcAft>
                <a:spcPts val="18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lang="en-US" sz="1100" dirty="0">
                <a:solidFill>
                  <a:srgbClr val="000000"/>
                </a:solidFill>
                <a:latin typeface="Arial" panose="020B0604020202020204"/>
                <a:ea typeface="Roboto" panose="02000000000000000000" pitchFamily="2" charset="0"/>
                <a:cs typeface="Roboto" panose="02000000000000000000" pitchFamily="2" charset="0"/>
              </a:rPr>
              <a:t>Import historical dataset with policy numbers, vehicle numbers, and rating characteristics.</a:t>
            </a: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R="0" lvl="0" algn="l" defTabSz="457200" rtl="0" eaLnBrk="1" fontAlgn="auto" latinLnBrk="0" hangingPunct="1">
              <a:lnSpc>
                <a:spcPts val="2100"/>
              </a:lnSpc>
              <a:spcBef>
                <a:spcPts val="0"/>
              </a:spcBef>
              <a:spcAft>
                <a:spcPts val="1800"/>
              </a:spcAft>
              <a:buClrTx/>
              <a:buSzTx/>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0" name="Graphic 9" descr="Folder Search with solid fill">
            <a:extLst>
              <a:ext uri="{FF2B5EF4-FFF2-40B4-BE49-F238E27FC236}">
                <a16:creationId xmlns:a16="http://schemas.microsoft.com/office/drawing/2014/main" id="{801A380A-54F7-263D-0545-926EB5891C4D}"/>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43972" y="4792870"/>
            <a:ext cx="859536" cy="859536"/>
          </a:xfrm>
          <a:prstGeom prst="rect">
            <a:avLst/>
          </a:prstGeom>
        </p:spPr>
      </p:pic>
      <p:sp>
        <p:nvSpPr>
          <p:cNvPr id="11" name="Rectangle 10">
            <a:extLst>
              <a:ext uri="{FF2B5EF4-FFF2-40B4-BE49-F238E27FC236}">
                <a16:creationId xmlns:a16="http://schemas.microsoft.com/office/drawing/2014/main" id="{C554A920-E062-27A7-BDE6-93DC6572E931}"/>
              </a:ext>
            </a:extLst>
          </p:cNvPr>
          <p:cNvSpPr/>
          <p:nvPr/>
        </p:nvSpPr>
        <p:spPr bwMode="auto">
          <a:xfrm>
            <a:off x="1461116" y="4723583"/>
            <a:ext cx="3970419"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a:spcAft>
                <a:spcPts val="1800"/>
              </a:spcAft>
            </a:pPr>
            <a:r>
              <a:rPr lang="en-US" sz="1200" dirty="0">
                <a:ea typeface="Roboto" panose="02000000000000000000" pitchFamily="2" charset="0"/>
                <a:cs typeface="Roboto" panose="02000000000000000000" pitchFamily="2" charset="0"/>
              </a:rPr>
              <a:t>Similarly, bring in all prior rates tables for all policies that are on older rate structures.</a:t>
            </a: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2" name="Graphic 11" descr="Database with solid fill">
            <a:extLst>
              <a:ext uri="{FF2B5EF4-FFF2-40B4-BE49-F238E27FC236}">
                <a16:creationId xmlns:a16="http://schemas.microsoft.com/office/drawing/2014/main" id="{F04DEFFD-5EE4-078B-7803-0E0B78CEB915}"/>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43972" y="3317512"/>
            <a:ext cx="859536" cy="859536"/>
          </a:xfrm>
          <a:prstGeom prst="rect">
            <a:avLst/>
          </a:prstGeom>
        </p:spPr>
      </p:pic>
      <p:sp>
        <p:nvSpPr>
          <p:cNvPr id="13" name="Rectangle 12">
            <a:extLst>
              <a:ext uri="{FF2B5EF4-FFF2-40B4-BE49-F238E27FC236}">
                <a16:creationId xmlns:a16="http://schemas.microsoft.com/office/drawing/2014/main" id="{CB298F8B-AF98-AC18-517A-305CE17B1BC5}"/>
              </a:ext>
            </a:extLst>
          </p:cNvPr>
          <p:cNvSpPr/>
          <p:nvPr/>
        </p:nvSpPr>
        <p:spPr bwMode="auto">
          <a:xfrm>
            <a:off x="1461116" y="3251973"/>
            <a:ext cx="3970419"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lang="en-US" sz="1100" noProof="0" dirty="0">
                <a:solidFill>
                  <a:srgbClr val="000000"/>
                </a:solidFill>
                <a:latin typeface="Arial" panose="020B0604020202020204"/>
                <a:ea typeface="Roboto" panose="02000000000000000000" pitchFamily="2" charset="0"/>
                <a:cs typeface="Roboto" panose="02000000000000000000" pitchFamily="2" charset="0"/>
              </a:rPr>
              <a:t>Build your current tables in Radar, similarly to how they are built in Excel or any other software.</a:t>
            </a: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4" name="Graphic 13" descr="Calculator with solid fill">
            <a:extLst>
              <a:ext uri="{FF2B5EF4-FFF2-40B4-BE49-F238E27FC236}">
                <a16:creationId xmlns:a16="http://schemas.microsoft.com/office/drawing/2014/main" id="{5A33224D-3A8C-B269-B338-D201AB2D9089}"/>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137220" y="1877693"/>
            <a:ext cx="859536" cy="859536"/>
          </a:xfrm>
          <a:prstGeom prst="rect">
            <a:avLst/>
          </a:prstGeom>
        </p:spPr>
      </p:pic>
      <p:sp>
        <p:nvSpPr>
          <p:cNvPr id="15" name="Rectangle 14">
            <a:extLst>
              <a:ext uri="{FF2B5EF4-FFF2-40B4-BE49-F238E27FC236}">
                <a16:creationId xmlns:a16="http://schemas.microsoft.com/office/drawing/2014/main" id="{9FD6E65B-1D9A-AB5F-E233-342A1B15BF3C}"/>
              </a:ext>
            </a:extLst>
          </p:cNvPr>
          <p:cNvSpPr/>
          <p:nvPr/>
        </p:nvSpPr>
        <p:spPr bwMode="auto">
          <a:xfrm>
            <a:off x="7275639" y="1789495"/>
            <a:ext cx="3968496"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Calculate</a:t>
            </a:r>
            <a:r>
              <a:rPr kumimoji="0" lang="en-US" sz="1200" b="0"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 written premium using your rating algorithm and earn it out over your historical years. This </a:t>
            </a:r>
            <a:r>
              <a:rPr kumimoji="0" lang="en-US" sz="1200" b="1"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process is completed in</a:t>
            </a:r>
            <a:r>
              <a:rPr kumimoji="0" lang="en-US" sz="1200" b="0"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 </a:t>
            </a:r>
            <a:r>
              <a:rPr kumimoji="0" lang="en-US" sz="1200" b="1"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seconds</a:t>
            </a:r>
            <a:r>
              <a:rPr kumimoji="0" lang="en-US" sz="1200" b="0"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 for all policies for </a:t>
            </a:r>
            <a:r>
              <a:rPr kumimoji="0" lang="en-US" sz="1200" b="1"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both current and prior rates</a:t>
            </a:r>
            <a:r>
              <a:rPr kumimoji="0" lang="en-US" sz="1200" b="0"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a:t>
            </a:r>
            <a:endPar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6" name="Graphic 15" descr="Target with solid fill">
            <a:extLst>
              <a:ext uri="{FF2B5EF4-FFF2-40B4-BE49-F238E27FC236}">
                <a16:creationId xmlns:a16="http://schemas.microsoft.com/office/drawing/2014/main" id="{7F6C14A6-B07C-E4AA-9229-CD2D770D4C7D}"/>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6137547" y="3302126"/>
            <a:ext cx="858883" cy="858883"/>
          </a:xfrm>
          <a:prstGeom prst="rect">
            <a:avLst/>
          </a:prstGeom>
        </p:spPr>
      </p:pic>
      <p:sp>
        <p:nvSpPr>
          <p:cNvPr id="17" name="Rectangle 16">
            <a:extLst>
              <a:ext uri="{FF2B5EF4-FFF2-40B4-BE49-F238E27FC236}">
                <a16:creationId xmlns:a16="http://schemas.microsoft.com/office/drawing/2014/main" id="{25486314-DA41-C535-974C-029A695DD8E5}"/>
              </a:ext>
            </a:extLst>
          </p:cNvPr>
          <p:cNvSpPr/>
          <p:nvPr/>
        </p:nvSpPr>
        <p:spPr bwMode="auto">
          <a:xfrm>
            <a:off x="7275639" y="3241115"/>
            <a:ext cx="3968496" cy="998409"/>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lang="en-US" sz="1200" dirty="0">
                <a:solidFill>
                  <a:srgbClr val="000000"/>
                </a:solidFill>
                <a:latin typeface="Arial" panose="020B0604020202020204"/>
                <a:ea typeface="Roboto" panose="02000000000000000000" pitchFamily="2" charset="0"/>
                <a:cs typeface="Roboto" panose="02000000000000000000" pitchFamily="2" charset="0"/>
              </a:rPr>
              <a:t>Leverage machine learning to identify which rating characteristics are the biggest drivers of differences between EP and OLEP.</a:t>
            </a:r>
            <a:endParaRPr kumimoji="0" lang="en-US" sz="1200" b="1"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sp>
        <p:nvSpPr>
          <p:cNvPr id="18" name="Rectangle 17">
            <a:extLst>
              <a:ext uri="{FF2B5EF4-FFF2-40B4-BE49-F238E27FC236}">
                <a16:creationId xmlns:a16="http://schemas.microsoft.com/office/drawing/2014/main" id="{8A5A0BCA-3CB2-9DFC-8BFB-D9ED12645CB4}"/>
              </a:ext>
            </a:extLst>
          </p:cNvPr>
          <p:cNvSpPr/>
          <p:nvPr/>
        </p:nvSpPr>
        <p:spPr bwMode="auto">
          <a:xfrm>
            <a:off x="1831568" y="1707055"/>
            <a:ext cx="3200399" cy="22321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Import Historical</a:t>
            </a:r>
            <a:r>
              <a:rPr kumimoji="0" lang="en-US" sz="1400" b="0" i="0" u="none" strike="noStrike" kern="1200" cap="none" spc="0" normalizeH="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 Data</a:t>
            </a: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19" name="Oval 18">
            <a:extLst>
              <a:ext uri="{FF2B5EF4-FFF2-40B4-BE49-F238E27FC236}">
                <a16:creationId xmlns:a16="http://schemas.microsoft.com/office/drawing/2014/main" id="{5492FEBB-B22A-A47A-8779-B061C8592D43}"/>
              </a:ext>
            </a:extLst>
          </p:cNvPr>
          <p:cNvSpPr>
            <a:spLocks/>
          </p:cNvSpPr>
          <p:nvPr/>
        </p:nvSpPr>
        <p:spPr bwMode="auto">
          <a:xfrm>
            <a:off x="1313344" y="2198116"/>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1</a:t>
            </a:r>
          </a:p>
        </p:txBody>
      </p:sp>
      <p:sp>
        <p:nvSpPr>
          <p:cNvPr id="20" name="Oval 19">
            <a:extLst>
              <a:ext uri="{FF2B5EF4-FFF2-40B4-BE49-F238E27FC236}">
                <a16:creationId xmlns:a16="http://schemas.microsoft.com/office/drawing/2014/main" id="{43B8C029-E25F-61F5-3C0D-2B373E426D46}"/>
              </a:ext>
            </a:extLst>
          </p:cNvPr>
          <p:cNvSpPr>
            <a:spLocks/>
          </p:cNvSpPr>
          <p:nvPr/>
        </p:nvSpPr>
        <p:spPr bwMode="auto">
          <a:xfrm>
            <a:off x="1321765" y="3614331"/>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2</a:t>
            </a:r>
          </a:p>
        </p:txBody>
      </p:sp>
      <p:sp>
        <p:nvSpPr>
          <p:cNvPr id="21" name="Oval 20">
            <a:extLst>
              <a:ext uri="{FF2B5EF4-FFF2-40B4-BE49-F238E27FC236}">
                <a16:creationId xmlns:a16="http://schemas.microsoft.com/office/drawing/2014/main" id="{9AEBBFB5-EECC-20DA-E383-D59FE5A7AB9D}"/>
              </a:ext>
            </a:extLst>
          </p:cNvPr>
          <p:cNvSpPr>
            <a:spLocks/>
          </p:cNvSpPr>
          <p:nvPr/>
        </p:nvSpPr>
        <p:spPr bwMode="auto">
          <a:xfrm>
            <a:off x="1321765" y="5080199"/>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3</a:t>
            </a:r>
          </a:p>
        </p:txBody>
      </p:sp>
      <p:sp>
        <p:nvSpPr>
          <p:cNvPr id="22" name="Oval 21">
            <a:extLst>
              <a:ext uri="{FF2B5EF4-FFF2-40B4-BE49-F238E27FC236}">
                <a16:creationId xmlns:a16="http://schemas.microsoft.com/office/drawing/2014/main" id="{F8DA04CC-EE73-AC35-9755-0FA8882D6FD6}"/>
              </a:ext>
            </a:extLst>
          </p:cNvPr>
          <p:cNvSpPr>
            <a:spLocks/>
          </p:cNvSpPr>
          <p:nvPr/>
        </p:nvSpPr>
        <p:spPr bwMode="auto">
          <a:xfrm>
            <a:off x="7138479" y="2164446"/>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4</a:t>
            </a:r>
          </a:p>
        </p:txBody>
      </p:sp>
      <p:sp>
        <p:nvSpPr>
          <p:cNvPr id="23" name="Oval 22">
            <a:extLst>
              <a:ext uri="{FF2B5EF4-FFF2-40B4-BE49-F238E27FC236}">
                <a16:creationId xmlns:a16="http://schemas.microsoft.com/office/drawing/2014/main" id="{F9FA81C7-A3B5-0CAF-565F-651D8088E28B}"/>
              </a:ext>
            </a:extLst>
          </p:cNvPr>
          <p:cNvSpPr>
            <a:spLocks/>
          </p:cNvSpPr>
          <p:nvPr/>
        </p:nvSpPr>
        <p:spPr bwMode="auto">
          <a:xfrm>
            <a:off x="7138479" y="3603662"/>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5</a:t>
            </a:r>
          </a:p>
        </p:txBody>
      </p:sp>
      <p:sp>
        <p:nvSpPr>
          <p:cNvPr id="24" name="Rectangle 23">
            <a:extLst>
              <a:ext uri="{FF2B5EF4-FFF2-40B4-BE49-F238E27FC236}">
                <a16:creationId xmlns:a16="http://schemas.microsoft.com/office/drawing/2014/main" id="{30C91A23-198D-F139-63B6-8819CF18D5D0}"/>
              </a:ext>
            </a:extLst>
          </p:cNvPr>
          <p:cNvSpPr/>
          <p:nvPr/>
        </p:nvSpPr>
        <p:spPr bwMode="auto">
          <a:xfrm>
            <a:off x="1831568" y="3178692"/>
            <a:ext cx="3200400" cy="232107"/>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Bring in Current Rates Table</a:t>
            </a:r>
          </a:p>
        </p:txBody>
      </p:sp>
      <p:sp>
        <p:nvSpPr>
          <p:cNvPr id="25" name="Rectangle 24">
            <a:extLst>
              <a:ext uri="{FF2B5EF4-FFF2-40B4-BE49-F238E27FC236}">
                <a16:creationId xmlns:a16="http://schemas.microsoft.com/office/drawing/2014/main" id="{F83B58FF-188A-1522-76E1-662F64AA598B}"/>
              </a:ext>
            </a:extLst>
          </p:cNvPr>
          <p:cNvSpPr/>
          <p:nvPr/>
        </p:nvSpPr>
        <p:spPr bwMode="auto">
          <a:xfrm>
            <a:off x="1831568" y="4634642"/>
            <a:ext cx="3200400" cy="25123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Bring in Prior Rates Tables</a:t>
            </a:r>
          </a:p>
        </p:txBody>
      </p:sp>
      <p:sp>
        <p:nvSpPr>
          <p:cNvPr id="26" name="Rectangle 25">
            <a:extLst>
              <a:ext uri="{FF2B5EF4-FFF2-40B4-BE49-F238E27FC236}">
                <a16:creationId xmlns:a16="http://schemas.microsoft.com/office/drawing/2014/main" id="{6F04EB94-A3B1-19B5-C1B7-0C2D1946736A}"/>
              </a:ext>
            </a:extLst>
          </p:cNvPr>
          <p:cNvSpPr/>
          <p:nvPr/>
        </p:nvSpPr>
        <p:spPr bwMode="auto">
          <a:xfrm>
            <a:off x="7656703" y="1688589"/>
            <a:ext cx="3200399" cy="22321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Calculate EP &amp; OLEP</a:t>
            </a:r>
          </a:p>
        </p:txBody>
      </p:sp>
      <p:sp>
        <p:nvSpPr>
          <p:cNvPr id="27" name="Rectangle 26">
            <a:extLst>
              <a:ext uri="{FF2B5EF4-FFF2-40B4-BE49-F238E27FC236}">
                <a16:creationId xmlns:a16="http://schemas.microsoft.com/office/drawing/2014/main" id="{307A86BE-F006-2BDF-50FF-2E0924BCDEDA}"/>
              </a:ext>
            </a:extLst>
          </p:cNvPr>
          <p:cNvSpPr/>
          <p:nvPr/>
        </p:nvSpPr>
        <p:spPr bwMode="auto">
          <a:xfrm>
            <a:off x="7656702" y="3134285"/>
            <a:ext cx="3200399" cy="238828"/>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Arial" panose="020B0604020202020204"/>
                <a:ea typeface="Roboto" panose="02000000000000000000" pitchFamily="2" charset="0"/>
                <a:cs typeface="Roboto" panose="02000000000000000000" pitchFamily="2" charset="0"/>
              </a:rPr>
              <a:t>Pinpoint Drivers of OLEP vs EP</a:t>
            </a: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4" name="Rectangle 3">
            <a:extLst>
              <a:ext uri="{FF2B5EF4-FFF2-40B4-BE49-F238E27FC236}">
                <a16:creationId xmlns:a16="http://schemas.microsoft.com/office/drawing/2014/main" id="{AC559422-0A73-B7EE-C43B-A175A68D7915}"/>
              </a:ext>
            </a:extLst>
          </p:cNvPr>
          <p:cNvSpPr/>
          <p:nvPr/>
        </p:nvSpPr>
        <p:spPr bwMode="auto">
          <a:xfrm>
            <a:off x="7275639" y="4723583"/>
            <a:ext cx="3968496"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lvl="0" defTabSz="457200">
              <a:spcAft>
                <a:spcPts val="1800"/>
              </a:spcAft>
              <a:defRPr/>
            </a:pPr>
            <a:r>
              <a:rPr lang="en-US" sz="1200" noProof="0" dirty="0">
                <a:solidFill>
                  <a:srgbClr val="000000"/>
                </a:solidFill>
                <a:latin typeface="Arial" panose="020B0604020202020204"/>
                <a:ea typeface="Roboto" panose="02000000000000000000" pitchFamily="2" charset="0"/>
                <a:cs typeface="Roboto" panose="02000000000000000000" pitchFamily="2" charset="0"/>
              </a:rPr>
              <a:t>Review EP and OLEP at the individual policy-level to see the full output of the extension of exposures method. </a:t>
            </a: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sp>
        <p:nvSpPr>
          <p:cNvPr id="30" name="Oval 29">
            <a:extLst>
              <a:ext uri="{FF2B5EF4-FFF2-40B4-BE49-F238E27FC236}">
                <a16:creationId xmlns:a16="http://schemas.microsoft.com/office/drawing/2014/main" id="{75FB3D1E-526A-F5D9-4D05-0D89134E56C7}"/>
              </a:ext>
            </a:extLst>
          </p:cNvPr>
          <p:cNvSpPr>
            <a:spLocks/>
          </p:cNvSpPr>
          <p:nvPr/>
        </p:nvSpPr>
        <p:spPr bwMode="auto">
          <a:xfrm>
            <a:off x="7135494" y="5085478"/>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a:solidFill>
                  <a:srgbClr val="FFFFFF"/>
                </a:solidFill>
                <a:latin typeface="Arial" panose="020B0604020202020204"/>
                <a:ea typeface="Roboto" panose="02000000000000000000" pitchFamily="2" charset="0"/>
                <a:cs typeface="Roboto" panose="02000000000000000000" pitchFamily="2" charset="0"/>
              </a:rPr>
              <a:t>6</a:t>
            </a:r>
            <a:endPar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31" name="Rectangle 30">
            <a:extLst>
              <a:ext uri="{FF2B5EF4-FFF2-40B4-BE49-F238E27FC236}">
                <a16:creationId xmlns:a16="http://schemas.microsoft.com/office/drawing/2014/main" id="{DD2A425B-2E9A-0CA7-48AC-96C137A643EB}"/>
              </a:ext>
            </a:extLst>
          </p:cNvPr>
          <p:cNvSpPr/>
          <p:nvPr/>
        </p:nvSpPr>
        <p:spPr bwMode="auto">
          <a:xfrm>
            <a:off x="7655109" y="4633058"/>
            <a:ext cx="3201992" cy="238828"/>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Arial" panose="020B0604020202020204"/>
                <a:ea typeface="Roboto" panose="02000000000000000000" pitchFamily="2" charset="0"/>
                <a:cs typeface="Roboto" panose="02000000000000000000" pitchFamily="2" charset="0"/>
              </a:rPr>
              <a:t>Review Inforce Policies </a:t>
            </a: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pic>
        <p:nvPicPr>
          <p:cNvPr id="35" name="Graphic 34" descr="Table with solid fill">
            <a:extLst>
              <a:ext uri="{FF2B5EF4-FFF2-40B4-BE49-F238E27FC236}">
                <a16:creationId xmlns:a16="http://schemas.microsoft.com/office/drawing/2014/main" id="{EFB30479-A945-BD4F-8145-CD218BF72545}"/>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6137220" y="4787457"/>
            <a:ext cx="859536" cy="859536"/>
          </a:xfrm>
          <a:prstGeom prst="rect">
            <a:avLst/>
          </a:prstGeom>
        </p:spPr>
      </p:pic>
      <p:sp>
        <p:nvSpPr>
          <p:cNvPr id="3" name="Title 6">
            <a:extLst>
              <a:ext uri="{FF2B5EF4-FFF2-40B4-BE49-F238E27FC236}">
                <a16:creationId xmlns:a16="http://schemas.microsoft.com/office/drawing/2014/main" id="{12C5D00D-37B8-14D6-C83F-E64090310449}"/>
              </a:ext>
            </a:extLst>
          </p:cNvPr>
          <p:cNvSpPr txBox="1">
            <a:spLocks/>
          </p:cNvSpPr>
          <p:nvPr/>
        </p:nvSpPr>
        <p:spPr>
          <a:xfrm>
            <a:off x="432816" y="380141"/>
            <a:ext cx="11515519" cy="42948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solidFill>
                  <a:srgbClr val="000000"/>
                </a:solidFill>
                <a:latin typeface="Times New Roman" panose="02020603050405020304"/>
              </a:rPr>
              <a:t>Extension of Exposures Method with Radar</a:t>
            </a:r>
            <a:endParaRPr kumimoji="0" lang="en-US" sz="3200" b="0" i="0" u="none" strike="noStrike" kern="1200" cap="none" spc="0" normalizeH="0" baseline="0" noProof="0" dirty="0">
              <a:ln>
                <a:noFill/>
              </a:ln>
              <a:solidFill>
                <a:srgbClr val="000000"/>
              </a:solidFill>
              <a:effectLst/>
              <a:uLnTx/>
              <a:uFillTx/>
              <a:latin typeface="Times New Roman" panose="02020603050405020304"/>
              <a:ea typeface="Roboto Medium" panose="02000000000000000000" pitchFamily="2" charset="0"/>
            </a:endParaRPr>
          </a:p>
        </p:txBody>
      </p:sp>
      <p:sp>
        <p:nvSpPr>
          <p:cNvPr id="28" name="Text Placeholder 62">
            <a:extLst>
              <a:ext uri="{FF2B5EF4-FFF2-40B4-BE49-F238E27FC236}">
                <a16:creationId xmlns:a16="http://schemas.microsoft.com/office/drawing/2014/main" id="{B0EE1508-D6EC-AE31-8E75-E792544B1824}"/>
              </a:ext>
            </a:extLst>
          </p:cNvPr>
          <p:cNvSpPr txBox="1">
            <a:spLocks/>
          </p:cNvSpPr>
          <p:nvPr/>
        </p:nvSpPr>
        <p:spPr>
          <a:xfrm>
            <a:off x="432816" y="964226"/>
            <a:ext cx="11291189" cy="37663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sz="2000" b="0" i="0" kern="1200">
                <a:solidFill>
                  <a:schemeClr val="tx1"/>
                </a:solidFill>
                <a:latin typeface="+mn-lt"/>
                <a:ea typeface="Roboto" panose="02000000000000000000" pitchFamily="2" charset="0"/>
                <a:cs typeface="Arial" panose="020B0604020202020204" pitchFamily="34" charset="0"/>
              </a:defRPr>
            </a:lvl2pPr>
            <a:lvl3pPr marL="0" indent="0" algn="l" defTabSz="292608" rtl="0" eaLnBrk="1" latinLnBrk="0" hangingPunct="1">
              <a:lnSpc>
                <a:spcPct val="100000"/>
              </a:lnSpc>
              <a:spcBef>
                <a:spcPts val="0"/>
              </a:spcBef>
              <a:spcAft>
                <a:spcPts val="300"/>
              </a:spcAft>
              <a:buClr>
                <a:schemeClr val="tx2"/>
              </a:buClr>
              <a:buFontTx/>
              <a:buNone/>
              <a:tabLst>
                <a:tab pos="276225" algn="l"/>
                <a:tab pos="584200" algn="l"/>
              </a:tabLst>
              <a:defRPr sz="2000" b="0" i="0" kern="1200">
                <a:solidFill>
                  <a:schemeClr val="tx1"/>
                </a:solidFill>
                <a:latin typeface="+mn-lt"/>
                <a:ea typeface="Roboto" panose="02000000000000000000" pitchFamily="2" charset="0"/>
                <a:cs typeface="Times New Roman" panose="02020603050405020304" pitchFamily="18" charset="0"/>
              </a:defRPr>
            </a:lvl3pPr>
            <a:lvl4pPr marL="0" marR="0" indent="0" algn="l" defTabSz="292608" rtl="0" eaLnBrk="1" fontAlgn="auto"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4pPr>
            <a:lvl5pPr marL="0" indent="0" algn="l" defTabSz="292608" rtl="0" eaLnBrk="1" latinLnBrk="0" hangingPunct="1">
              <a:lnSpc>
                <a:spcPct val="100000"/>
              </a:lnSpc>
              <a:spcBef>
                <a:spcPts val="0"/>
              </a:spcBef>
              <a:spcAft>
                <a:spcPts val="300"/>
              </a:spcAft>
              <a:buClr>
                <a:schemeClr val="tx2"/>
              </a:buClr>
              <a:buSzPct val="100000"/>
              <a:buFontTx/>
              <a:buNone/>
              <a:tabLst>
                <a:tab pos="292608" algn="l"/>
                <a:tab pos="585216" algn="l"/>
              </a:tabLst>
              <a:defRPr sz="2000" b="0" i="0" kern="1200">
                <a:solidFill>
                  <a:schemeClr val="tx1"/>
                </a:solidFill>
                <a:latin typeface="+mn-lt"/>
                <a:ea typeface="Roboto" panose="02000000000000000000" pitchFamily="2" charset="0"/>
                <a:cs typeface="Times New Roman" panose="02020603050405020304" pitchFamily="18" charset="0"/>
              </a:defRPr>
            </a:lvl5pPr>
            <a:lvl6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6pPr>
            <a:lvl7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7pPr>
            <a:lvl8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8pPr>
            <a:lvl9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solidFill>
                  <a:srgbClr val="000000"/>
                </a:solidFill>
                <a:latin typeface="Times New Roman" panose="02020603050405020304"/>
              </a:rPr>
              <a:t>Use modern technology to increase the speed and accuracy of the on-levelling process</a:t>
            </a:r>
            <a:endParaRPr kumimoji="0" lang="en-US" sz="2000" b="0" i="0" u="none" strike="noStrike" kern="1200" cap="none" spc="0" normalizeH="0" baseline="0" noProof="0" dirty="0">
              <a:ln>
                <a:noFill/>
              </a:ln>
              <a:solidFill>
                <a:srgbClr val="000000"/>
              </a:solidFill>
              <a:effectLst/>
              <a:uLnTx/>
              <a:uFillTx/>
              <a:latin typeface="Times New Roman" panose="02020603050405020304"/>
              <a:ea typeface="Roboto" panose="02000000000000000000" pitchFamily="2" charset="0"/>
              <a:cs typeface="Times New Roman" panose="02020603050405020304" pitchFamily="18" charset="0"/>
            </a:endParaRPr>
          </a:p>
        </p:txBody>
      </p:sp>
    </p:spTree>
    <p:extLst>
      <p:ext uri="{BB962C8B-B14F-4D97-AF65-F5344CB8AC3E}">
        <p14:creationId xmlns:p14="http://schemas.microsoft.com/office/powerpoint/2010/main" val="208108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1000"/>
                                        <p:tgtEl>
                                          <p:spTgt spid="20"/>
                                        </p:tgtEl>
                                      </p:cBhvr>
                                    </p:animEffect>
                                    <p:anim calcmode="lin" valueType="num">
                                      <p:cBhvr>
                                        <p:cTn id="40" dur="1000" fill="hold"/>
                                        <p:tgtEl>
                                          <p:spTgt spid="20"/>
                                        </p:tgtEl>
                                        <p:attrNameLst>
                                          <p:attrName>ppt_x</p:attrName>
                                        </p:attrNameLst>
                                      </p:cBhvr>
                                      <p:tavLst>
                                        <p:tav tm="0">
                                          <p:val>
                                            <p:strVal val="#ppt_x"/>
                                          </p:val>
                                        </p:tav>
                                        <p:tav tm="100000">
                                          <p:val>
                                            <p:strVal val="#ppt_x"/>
                                          </p:val>
                                        </p:tav>
                                      </p:tavLst>
                                    </p:anim>
                                    <p:anim calcmode="lin" valueType="num">
                                      <p:cBhvr>
                                        <p:cTn id="41" dur="1000" fill="hold"/>
                                        <p:tgtEl>
                                          <p:spTgt spid="2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1000"/>
                                        <p:tgtEl>
                                          <p:spTgt spid="10"/>
                                        </p:tgtEl>
                                      </p:cBhvr>
                                    </p:animEffect>
                                    <p:anim calcmode="lin" valueType="num">
                                      <p:cBhvr>
                                        <p:cTn id="52" dur="1000" fill="hold"/>
                                        <p:tgtEl>
                                          <p:spTgt spid="10"/>
                                        </p:tgtEl>
                                        <p:attrNameLst>
                                          <p:attrName>ppt_x</p:attrName>
                                        </p:attrNameLst>
                                      </p:cBhvr>
                                      <p:tavLst>
                                        <p:tav tm="0">
                                          <p:val>
                                            <p:strVal val="#ppt_x"/>
                                          </p:val>
                                        </p:tav>
                                        <p:tav tm="100000">
                                          <p:val>
                                            <p:strVal val="#ppt_x"/>
                                          </p:val>
                                        </p:tav>
                                      </p:tavLst>
                                    </p:anim>
                                    <p:anim calcmode="lin" valueType="num">
                                      <p:cBhvr>
                                        <p:cTn id="53" dur="1000" fill="hold"/>
                                        <p:tgtEl>
                                          <p:spTgt spid="10"/>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1000"/>
                                        <p:tgtEl>
                                          <p:spTgt spid="21"/>
                                        </p:tgtEl>
                                      </p:cBhvr>
                                    </p:animEffect>
                                    <p:anim calcmode="lin" valueType="num">
                                      <p:cBhvr>
                                        <p:cTn id="62" dur="1000" fill="hold"/>
                                        <p:tgtEl>
                                          <p:spTgt spid="21"/>
                                        </p:tgtEl>
                                        <p:attrNameLst>
                                          <p:attrName>ppt_x</p:attrName>
                                        </p:attrNameLst>
                                      </p:cBhvr>
                                      <p:tavLst>
                                        <p:tav tm="0">
                                          <p:val>
                                            <p:strVal val="#ppt_x"/>
                                          </p:val>
                                        </p:tav>
                                        <p:tav tm="100000">
                                          <p:val>
                                            <p:strVal val="#ppt_x"/>
                                          </p:val>
                                        </p:tav>
                                      </p:tavLst>
                                    </p:anim>
                                    <p:anim calcmode="lin" valueType="num">
                                      <p:cBhvr>
                                        <p:cTn id="63" dur="1000" fill="hold"/>
                                        <p:tgtEl>
                                          <p:spTgt spid="21"/>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1000"/>
                                        <p:tgtEl>
                                          <p:spTgt spid="25"/>
                                        </p:tgtEl>
                                      </p:cBhvr>
                                    </p:animEffect>
                                    <p:anim calcmode="lin" valueType="num">
                                      <p:cBhvr>
                                        <p:cTn id="67" dur="1000" fill="hold"/>
                                        <p:tgtEl>
                                          <p:spTgt spid="25"/>
                                        </p:tgtEl>
                                        <p:attrNameLst>
                                          <p:attrName>ppt_x</p:attrName>
                                        </p:attrNameLst>
                                      </p:cBhvr>
                                      <p:tavLst>
                                        <p:tav tm="0">
                                          <p:val>
                                            <p:strVal val="#ppt_x"/>
                                          </p:val>
                                        </p:tav>
                                        <p:tav tm="100000">
                                          <p:val>
                                            <p:strVal val="#ppt_x"/>
                                          </p:val>
                                        </p:tav>
                                      </p:tavLst>
                                    </p:anim>
                                    <p:anim calcmode="lin" valueType="num">
                                      <p:cBhvr>
                                        <p:cTn id="6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1000"/>
                                        <p:tgtEl>
                                          <p:spTgt spid="14"/>
                                        </p:tgtEl>
                                      </p:cBhvr>
                                    </p:animEffect>
                                    <p:anim calcmode="lin" valueType="num">
                                      <p:cBhvr>
                                        <p:cTn id="74" dur="1000" fill="hold"/>
                                        <p:tgtEl>
                                          <p:spTgt spid="14"/>
                                        </p:tgtEl>
                                        <p:attrNameLst>
                                          <p:attrName>ppt_x</p:attrName>
                                        </p:attrNameLst>
                                      </p:cBhvr>
                                      <p:tavLst>
                                        <p:tav tm="0">
                                          <p:val>
                                            <p:strVal val="#ppt_x"/>
                                          </p:val>
                                        </p:tav>
                                        <p:tav tm="100000">
                                          <p:val>
                                            <p:strVal val="#ppt_x"/>
                                          </p:val>
                                        </p:tav>
                                      </p:tavLst>
                                    </p:anim>
                                    <p:anim calcmode="lin" valueType="num">
                                      <p:cBhvr>
                                        <p:cTn id="75" dur="1000" fill="hold"/>
                                        <p:tgtEl>
                                          <p:spTgt spid="14"/>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1000"/>
                                        <p:tgtEl>
                                          <p:spTgt spid="15"/>
                                        </p:tgtEl>
                                      </p:cBhvr>
                                    </p:animEffect>
                                    <p:anim calcmode="lin" valueType="num">
                                      <p:cBhvr>
                                        <p:cTn id="79" dur="1000" fill="hold"/>
                                        <p:tgtEl>
                                          <p:spTgt spid="15"/>
                                        </p:tgtEl>
                                        <p:attrNameLst>
                                          <p:attrName>ppt_x</p:attrName>
                                        </p:attrNameLst>
                                      </p:cBhvr>
                                      <p:tavLst>
                                        <p:tav tm="0">
                                          <p:val>
                                            <p:strVal val="#ppt_x"/>
                                          </p:val>
                                        </p:tav>
                                        <p:tav tm="100000">
                                          <p:val>
                                            <p:strVal val="#ppt_x"/>
                                          </p:val>
                                        </p:tav>
                                      </p:tavLst>
                                    </p:anim>
                                    <p:anim calcmode="lin" valueType="num">
                                      <p:cBhvr>
                                        <p:cTn id="80" dur="1000" fill="hold"/>
                                        <p:tgtEl>
                                          <p:spTgt spid="15"/>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1000"/>
                                        <p:tgtEl>
                                          <p:spTgt spid="22"/>
                                        </p:tgtEl>
                                      </p:cBhvr>
                                    </p:animEffect>
                                    <p:anim calcmode="lin" valueType="num">
                                      <p:cBhvr>
                                        <p:cTn id="84" dur="1000" fill="hold"/>
                                        <p:tgtEl>
                                          <p:spTgt spid="22"/>
                                        </p:tgtEl>
                                        <p:attrNameLst>
                                          <p:attrName>ppt_x</p:attrName>
                                        </p:attrNameLst>
                                      </p:cBhvr>
                                      <p:tavLst>
                                        <p:tav tm="0">
                                          <p:val>
                                            <p:strVal val="#ppt_x"/>
                                          </p:val>
                                        </p:tav>
                                        <p:tav tm="100000">
                                          <p:val>
                                            <p:strVal val="#ppt_x"/>
                                          </p:val>
                                        </p:tav>
                                      </p:tavLst>
                                    </p:anim>
                                    <p:anim calcmode="lin" valueType="num">
                                      <p:cBhvr>
                                        <p:cTn id="85" dur="1000" fill="hold"/>
                                        <p:tgtEl>
                                          <p:spTgt spid="22"/>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1000"/>
                                        <p:tgtEl>
                                          <p:spTgt spid="26"/>
                                        </p:tgtEl>
                                      </p:cBhvr>
                                    </p:animEffect>
                                    <p:anim calcmode="lin" valueType="num">
                                      <p:cBhvr>
                                        <p:cTn id="89" dur="1000" fill="hold"/>
                                        <p:tgtEl>
                                          <p:spTgt spid="26"/>
                                        </p:tgtEl>
                                        <p:attrNameLst>
                                          <p:attrName>ppt_x</p:attrName>
                                        </p:attrNameLst>
                                      </p:cBhvr>
                                      <p:tavLst>
                                        <p:tav tm="0">
                                          <p:val>
                                            <p:strVal val="#ppt_x"/>
                                          </p:val>
                                        </p:tav>
                                        <p:tav tm="100000">
                                          <p:val>
                                            <p:strVal val="#ppt_x"/>
                                          </p:val>
                                        </p:tav>
                                      </p:tavLst>
                                    </p:anim>
                                    <p:anim calcmode="lin" valueType="num">
                                      <p:cBhvr>
                                        <p:cTn id="9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fade">
                                      <p:cBhvr>
                                        <p:cTn id="95" dur="1000"/>
                                        <p:tgtEl>
                                          <p:spTgt spid="16"/>
                                        </p:tgtEl>
                                      </p:cBhvr>
                                    </p:animEffect>
                                    <p:anim calcmode="lin" valueType="num">
                                      <p:cBhvr>
                                        <p:cTn id="96" dur="1000" fill="hold"/>
                                        <p:tgtEl>
                                          <p:spTgt spid="16"/>
                                        </p:tgtEl>
                                        <p:attrNameLst>
                                          <p:attrName>ppt_x</p:attrName>
                                        </p:attrNameLst>
                                      </p:cBhvr>
                                      <p:tavLst>
                                        <p:tav tm="0">
                                          <p:val>
                                            <p:strVal val="#ppt_x"/>
                                          </p:val>
                                        </p:tav>
                                        <p:tav tm="100000">
                                          <p:val>
                                            <p:strVal val="#ppt_x"/>
                                          </p:val>
                                        </p:tav>
                                      </p:tavLst>
                                    </p:anim>
                                    <p:anim calcmode="lin" valueType="num">
                                      <p:cBhvr>
                                        <p:cTn id="97" dur="1000" fill="hold"/>
                                        <p:tgtEl>
                                          <p:spTgt spid="1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fade">
                                      <p:cBhvr>
                                        <p:cTn id="100" dur="1000"/>
                                        <p:tgtEl>
                                          <p:spTgt spid="17"/>
                                        </p:tgtEl>
                                      </p:cBhvr>
                                    </p:animEffect>
                                    <p:anim calcmode="lin" valueType="num">
                                      <p:cBhvr>
                                        <p:cTn id="101" dur="1000" fill="hold"/>
                                        <p:tgtEl>
                                          <p:spTgt spid="17"/>
                                        </p:tgtEl>
                                        <p:attrNameLst>
                                          <p:attrName>ppt_x</p:attrName>
                                        </p:attrNameLst>
                                      </p:cBhvr>
                                      <p:tavLst>
                                        <p:tav tm="0">
                                          <p:val>
                                            <p:strVal val="#ppt_x"/>
                                          </p:val>
                                        </p:tav>
                                        <p:tav tm="100000">
                                          <p:val>
                                            <p:strVal val="#ppt_x"/>
                                          </p:val>
                                        </p:tav>
                                      </p:tavLst>
                                    </p:anim>
                                    <p:anim calcmode="lin" valueType="num">
                                      <p:cBhvr>
                                        <p:cTn id="102" dur="1000" fill="hold"/>
                                        <p:tgtEl>
                                          <p:spTgt spid="17"/>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1000"/>
                                        <p:tgtEl>
                                          <p:spTgt spid="23"/>
                                        </p:tgtEl>
                                      </p:cBhvr>
                                    </p:animEffect>
                                    <p:anim calcmode="lin" valueType="num">
                                      <p:cBhvr>
                                        <p:cTn id="106" dur="1000" fill="hold"/>
                                        <p:tgtEl>
                                          <p:spTgt spid="23"/>
                                        </p:tgtEl>
                                        <p:attrNameLst>
                                          <p:attrName>ppt_x</p:attrName>
                                        </p:attrNameLst>
                                      </p:cBhvr>
                                      <p:tavLst>
                                        <p:tav tm="0">
                                          <p:val>
                                            <p:strVal val="#ppt_x"/>
                                          </p:val>
                                        </p:tav>
                                        <p:tav tm="100000">
                                          <p:val>
                                            <p:strVal val="#ppt_x"/>
                                          </p:val>
                                        </p:tav>
                                      </p:tavLst>
                                    </p:anim>
                                    <p:anim calcmode="lin" valueType="num">
                                      <p:cBhvr>
                                        <p:cTn id="107" dur="1000" fill="hold"/>
                                        <p:tgtEl>
                                          <p:spTgt spid="23"/>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1000"/>
                                        <p:tgtEl>
                                          <p:spTgt spid="27"/>
                                        </p:tgtEl>
                                      </p:cBhvr>
                                    </p:animEffect>
                                    <p:anim calcmode="lin" valueType="num">
                                      <p:cBhvr>
                                        <p:cTn id="111" dur="1000" fill="hold"/>
                                        <p:tgtEl>
                                          <p:spTgt spid="27"/>
                                        </p:tgtEl>
                                        <p:attrNameLst>
                                          <p:attrName>ppt_x</p:attrName>
                                        </p:attrNameLst>
                                      </p:cBhvr>
                                      <p:tavLst>
                                        <p:tav tm="0">
                                          <p:val>
                                            <p:strVal val="#ppt_x"/>
                                          </p:val>
                                        </p:tav>
                                        <p:tav tm="100000">
                                          <p:val>
                                            <p:strVal val="#ppt_x"/>
                                          </p:val>
                                        </p:tav>
                                      </p:tavLst>
                                    </p:anim>
                                    <p:anim calcmode="lin" valueType="num">
                                      <p:cBhvr>
                                        <p:cTn id="112" dur="1000" fill="hold"/>
                                        <p:tgtEl>
                                          <p:spTgt spid="27"/>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4"/>
                                        </p:tgtEl>
                                        <p:attrNameLst>
                                          <p:attrName>style.visibility</p:attrName>
                                        </p:attrNameLst>
                                      </p:cBhvr>
                                      <p:to>
                                        <p:strVal val="visible"/>
                                      </p:to>
                                    </p:set>
                                    <p:animEffect transition="in" filter="fade">
                                      <p:cBhvr>
                                        <p:cTn id="115" dur="1000"/>
                                        <p:tgtEl>
                                          <p:spTgt spid="4"/>
                                        </p:tgtEl>
                                      </p:cBhvr>
                                    </p:animEffect>
                                    <p:anim calcmode="lin" valueType="num">
                                      <p:cBhvr>
                                        <p:cTn id="116" dur="1000" fill="hold"/>
                                        <p:tgtEl>
                                          <p:spTgt spid="4"/>
                                        </p:tgtEl>
                                        <p:attrNameLst>
                                          <p:attrName>ppt_x</p:attrName>
                                        </p:attrNameLst>
                                      </p:cBhvr>
                                      <p:tavLst>
                                        <p:tav tm="0">
                                          <p:val>
                                            <p:strVal val="#ppt_x"/>
                                          </p:val>
                                        </p:tav>
                                        <p:tav tm="100000">
                                          <p:val>
                                            <p:strVal val="#ppt_x"/>
                                          </p:val>
                                        </p:tav>
                                      </p:tavLst>
                                    </p:anim>
                                    <p:anim calcmode="lin" valueType="num">
                                      <p:cBhvr>
                                        <p:cTn id="117" dur="1000" fill="hold"/>
                                        <p:tgtEl>
                                          <p:spTgt spid="4"/>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30"/>
                                        </p:tgtEl>
                                        <p:attrNameLst>
                                          <p:attrName>style.visibility</p:attrName>
                                        </p:attrNameLst>
                                      </p:cBhvr>
                                      <p:to>
                                        <p:strVal val="visible"/>
                                      </p:to>
                                    </p:set>
                                    <p:animEffect transition="in" filter="fade">
                                      <p:cBhvr>
                                        <p:cTn id="120" dur="1000"/>
                                        <p:tgtEl>
                                          <p:spTgt spid="30"/>
                                        </p:tgtEl>
                                      </p:cBhvr>
                                    </p:animEffect>
                                    <p:anim calcmode="lin" valueType="num">
                                      <p:cBhvr>
                                        <p:cTn id="121" dur="1000" fill="hold"/>
                                        <p:tgtEl>
                                          <p:spTgt spid="30"/>
                                        </p:tgtEl>
                                        <p:attrNameLst>
                                          <p:attrName>ppt_x</p:attrName>
                                        </p:attrNameLst>
                                      </p:cBhvr>
                                      <p:tavLst>
                                        <p:tav tm="0">
                                          <p:val>
                                            <p:strVal val="#ppt_x"/>
                                          </p:val>
                                        </p:tav>
                                        <p:tav tm="100000">
                                          <p:val>
                                            <p:strVal val="#ppt_x"/>
                                          </p:val>
                                        </p:tav>
                                      </p:tavLst>
                                    </p:anim>
                                    <p:anim calcmode="lin" valueType="num">
                                      <p:cBhvr>
                                        <p:cTn id="122" dur="1000" fill="hold"/>
                                        <p:tgtEl>
                                          <p:spTgt spid="30"/>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31"/>
                                        </p:tgtEl>
                                        <p:attrNameLst>
                                          <p:attrName>style.visibility</p:attrName>
                                        </p:attrNameLst>
                                      </p:cBhvr>
                                      <p:to>
                                        <p:strVal val="visible"/>
                                      </p:to>
                                    </p:set>
                                    <p:animEffect transition="in" filter="fade">
                                      <p:cBhvr>
                                        <p:cTn id="125" dur="1000"/>
                                        <p:tgtEl>
                                          <p:spTgt spid="31"/>
                                        </p:tgtEl>
                                      </p:cBhvr>
                                    </p:animEffect>
                                    <p:anim calcmode="lin" valueType="num">
                                      <p:cBhvr>
                                        <p:cTn id="126" dur="1000" fill="hold"/>
                                        <p:tgtEl>
                                          <p:spTgt spid="31"/>
                                        </p:tgtEl>
                                        <p:attrNameLst>
                                          <p:attrName>ppt_x</p:attrName>
                                        </p:attrNameLst>
                                      </p:cBhvr>
                                      <p:tavLst>
                                        <p:tav tm="0">
                                          <p:val>
                                            <p:strVal val="#ppt_x"/>
                                          </p:val>
                                        </p:tav>
                                        <p:tav tm="100000">
                                          <p:val>
                                            <p:strVal val="#ppt_x"/>
                                          </p:val>
                                        </p:tav>
                                      </p:tavLst>
                                    </p:anim>
                                    <p:anim calcmode="lin" valueType="num">
                                      <p:cBhvr>
                                        <p:cTn id="12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4" grpId="0" animBg="1"/>
      <p:bldP spid="30"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4170F-8D2D-D091-05F0-84555509CEA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C76D6C8-F917-D601-8BE9-573A44F63F08}"/>
              </a:ext>
            </a:extLst>
          </p:cNvPr>
          <p:cNvSpPr/>
          <p:nvPr/>
        </p:nvSpPr>
        <p:spPr bwMode="auto">
          <a:xfrm>
            <a:off x="466727" y="457200"/>
            <a:ext cx="5634038" cy="582930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solidFill>
                  <a:srgbClr val="FFFFFF"/>
                </a:solidFill>
                <a:latin typeface="Arial" panose="020B0604020202020204"/>
              </a:rPr>
              <a:t>Enhanced Mix Change Analysis</a:t>
            </a:r>
            <a:endParaRPr kumimoji="0" lang="en-US" sz="2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E71F9C25-B8CE-FAA4-FDEB-272BF6DC5015}"/>
              </a:ext>
            </a:extLst>
          </p:cNvPr>
          <p:cNvSpPr>
            <a:spLocks noGrp="1"/>
          </p:cNvSpPr>
          <p:nvPr>
            <p:ph type="title"/>
          </p:nvPr>
        </p:nvSpPr>
        <p:spPr>
          <a:xfrm>
            <a:off x="457198" y="2275841"/>
            <a:ext cx="5634037" cy="1153160"/>
          </a:xfrm>
        </p:spPr>
        <p:txBody>
          <a:bodyPr lIns="0" tIns="0" rIns="0" anchor="ctr"/>
          <a:lstStyle/>
          <a:p>
            <a:pPr algn="ctr">
              <a:spcAft>
                <a:spcPts val="1200"/>
              </a:spcAft>
            </a:pPr>
            <a:r>
              <a:rPr lang="en-US" sz="4400" dirty="0">
                <a:solidFill>
                  <a:schemeClr val="bg1"/>
                </a:solidFill>
              </a:rPr>
              <a:t>Session 3</a:t>
            </a:r>
            <a:endParaRPr lang="en-US" dirty="0">
              <a:solidFill>
                <a:schemeClr val="bg1"/>
              </a:solidFill>
              <a:latin typeface="+mj-lt"/>
            </a:endParaRPr>
          </a:p>
        </p:txBody>
      </p:sp>
      <p:sp>
        <p:nvSpPr>
          <p:cNvPr id="2" name="Slide Number Placeholder 1">
            <a:extLst>
              <a:ext uri="{FF2B5EF4-FFF2-40B4-BE49-F238E27FC236}">
                <a16:creationId xmlns:a16="http://schemas.microsoft.com/office/drawing/2014/main" id="{5322588C-EAC5-3127-B7AA-1EE96F49B475}"/>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3" name="Footer Placeholder 2">
            <a:extLst>
              <a:ext uri="{FF2B5EF4-FFF2-40B4-BE49-F238E27FC236}">
                <a16:creationId xmlns:a16="http://schemas.microsoft.com/office/drawing/2014/main" id="{22BF45C4-A1B7-B9B4-B95C-BF63B6CE4B05}"/>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pic>
        <p:nvPicPr>
          <p:cNvPr id="9" name="Picture Placeholder 8" descr="Pregnant woman at work">
            <a:extLst>
              <a:ext uri="{FF2B5EF4-FFF2-40B4-BE49-F238E27FC236}">
                <a16:creationId xmlns:a16="http://schemas.microsoft.com/office/drawing/2014/main" id="{5DBF0EFC-49F7-6050-60E5-CB7970AA6F9D}"/>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7731" r="17731"/>
          <a:stretch/>
        </p:blipFill>
        <p:spPr>
          <a:xfrm flipH="1">
            <a:off x="6096000" y="457200"/>
            <a:ext cx="5634038" cy="5829300"/>
          </a:xfrm>
          <a:prstGeom prst="rect">
            <a:avLst/>
          </a:prstGeom>
        </p:spPr>
      </p:pic>
      <p:sp>
        <p:nvSpPr>
          <p:cNvPr id="4" name="Oval 3">
            <a:extLst>
              <a:ext uri="{FF2B5EF4-FFF2-40B4-BE49-F238E27FC236}">
                <a16:creationId xmlns:a16="http://schemas.microsoft.com/office/drawing/2014/main" id="{D9E9E277-C9A0-8995-8790-EB0D405E38B5}"/>
              </a:ext>
            </a:extLst>
          </p:cNvPr>
          <p:cNvSpPr/>
          <p:nvPr/>
        </p:nvSpPr>
        <p:spPr bwMode="auto">
          <a:xfrm>
            <a:off x="2515013" y="4422217"/>
            <a:ext cx="1518405" cy="1492642"/>
          </a:xfrm>
          <a:prstGeom prst="ellipse">
            <a:avLst/>
          </a:prstGeom>
          <a:solidFill>
            <a:srgbClr val="C2A8F0"/>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200">
              <a:spcAft>
                <a:spcPts val="600"/>
              </a:spcAft>
            </a:pPr>
            <a:r>
              <a:rPr lang="en-US" sz="1000" b="1" dirty="0">
                <a:solidFill>
                  <a:srgbClr val="000000"/>
                </a:solidFill>
                <a:ea typeface="Roboto" panose="02000000000000000000" pitchFamily="2" charset="0"/>
                <a:cs typeface="Roboto" panose="02000000000000000000" pitchFamily="2" charset="0"/>
              </a:rPr>
              <a:t>Machine-led Mix Change Analysis</a:t>
            </a:r>
            <a:endParaRPr lang="en-US" sz="1000" b="1" dirty="0">
              <a:solidFill>
                <a:srgbClr val="000000"/>
              </a:solidFill>
              <a:latin typeface="Arial" panose="020B0604020202020204"/>
              <a:ea typeface="Roboto" panose="02000000000000000000" pitchFamily="2" charset="0"/>
              <a:cs typeface="Roboto" panose="02000000000000000000" pitchFamily="2" charset="0"/>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000" dirty="0">
                <a:solidFill>
                  <a:srgbClr val="000000"/>
                </a:solidFill>
                <a:latin typeface="Arial" panose="020B0604020202020204"/>
                <a:ea typeface="Roboto" panose="02000000000000000000" pitchFamily="2" charset="0"/>
                <a:cs typeface="Roboto" panose="02000000000000000000" pitchFamily="2" charset="0"/>
              </a:rPr>
              <a:t>Leverage GBMs and Layered GBMs in Radar</a:t>
            </a:r>
            <a:endParaRPr kumimoji="0" lang="en-US" sz="100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104143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B378-454F-0161-28CA-53CA0A8E1F9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55EE839-E826-C0C8-5466-8C24B1CE331B}"/>
              </a:ext>
            </a:extLst>
          </p:cNvPr>
          <p:cNvSpPr/>
          <p:nvPr/>
        </p:nvSpPr>
        <p:spPr bwMode="auto">
          <a:xfrm>
            <a:off x="466727" y="457200"/>
            <a:ext cx="5634038" cy="582930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Triangle Methods</a:t>
            </a:r>
            <a:endParaRPr kumimoji="0" lang="en-US" sz="2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F0F88BE8-AF3F-657D-EF3C-87BE5CA65414}"/>
              </a:ext>
            </a:extLst>
          </p:cNvPr>
          <p:cNvSpPr>
            <a:spLocks noGrp="1"/>
          </p:cNvSpPr>
          <p:nvPr>
            <p:ph type="title"/>
          </p:nvPr>
        </p:nvSpPr>
        <p:spPr>
          <a:xfrm>
            <a:off x="457198" y="2275841"/>
            <a:ext cx="5634037" cy="1153160"/>
          </a:xfrm>
        </p:spPr>
        <p:txBody>
          <a:bodyPr lIns="0" tIns="0" rIns="0" anchor="ctr"/>
          <a:lstStyle/>
          <a:p>
            <a:pPr algn="ctr">
              <a:spcAft>
                <a:spcPts val="1200"/>
              </a:spcAft>
            </a:pPr>
            <a:r>
              <a:rPr lang="en-US" sz="4400" dirty="0">
                <a:solidFill>
                  <a:schemeClr val="bg1"/>
                </a:solidFill>
              </a:rPr>
              <a:t>Session 4</a:t>
            </a:r>
            <a:endParaRPr lang="en-US" dirty="0">
              <a:solidFill>
                <a:schemeClr val="bg1"/>
              </a:solidFill>
              <a:latin typeface="+mj-lt"/>
            </a:endParaRPr>
          </a:p>
        </p:txBody>
      </p:sp>
      <p:sp>
        <p:nvSpPr>
          <p:cNvPr id="2" name="Slide Number Placeholder 1">
            <a:extLst>
              <a:ext uri="{FF2B5EF4-FFF2-40B4-BE49-F238E27FC236}">
                <a16:creationId xmlns:a16="http://schemas.microsoft.com/office/drawing/2014/main" id="{64DC22E6-1FD5-0EF7-4116-17E22350E7A6}"/>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3" name="Footer Placeholder 2">
            <a:extLst>
              <a:ext uri="{FF2B5EF4-FFF2-40B4-BE49-F238E27FC236}">
                <a16:creationId xmlns:a16="http://schemas.microsoft.com/office/drawing/2014/main" id="{E5D94D21-946A-FDED-6187-0921E87755CC}"/>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pic>
        <p:nvPicPr>
          <p:cNvPr id="9" name="Picture Placeholder 8" descr="Person standing up at a table working on papers">
            <a:extLst>
              <a:ext uri="{FF2B5EF4-FFF2-40B4-BE49-F238E27FC236}">
                <a16:creationId xmlns:a16="http://schemas.microsoft.com/office/drawing/2014/main" id="{BA0850B9-9076-2045-48DD-1192A5BD1C42}"/>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7744" r="17744"/>
          <a:stretch/>
        </p:blipFill>
        <p:spPr>
          <a:xfrm flipH="1">
            <a:off x="6096000" y="457200"/>
            <a:ext cx="5634038" cy="5829300"/>
          </a:xfrm>
          <a:prstGeom prst="rect">
            <a:avLst/>
          </a:prstGeom>
        </p:spPr>
      </p:pic>
      <p:sp>
        <p:nvSpPr>
          <p:cNvPr id="4" name="Oval 3">
            <a:extLst>
              <a:ext uri="{FF2B5EF4-FFF2-40B4-BE49-F238E27FC236}">
                <a16:creationId xmlns:a16="http://schemas.microsoft.com/office/drawing/2014/main" id="{E6E316DB-00E6-1EB8-FF8E-2CDCECE5A188}"/>
              </a:ext>
            </a:extLst>
          </p:cNvPr>
          <p:cNvSpPr/>
          <p:nvPr/>
        </p:nvSpPr>
        <p:spPr bwMode="auto">
          <a:xfrm>
            <a:off x="2515013" y="4422217"/>
            <a:ext cx="1518405" cy="1492642"/>
          </a:xfrm>
          <a:prstGeom prst="ellipse">
            <a:avLst/>
          </a:prstGeom>
          <a:solidFill>
            <a:srgbClr val="C2A8F0"/>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200">
              <a:spcAft>
                <a:spcPts val="600"/>
              </a:spcAft>
            </a:pPr>
            <a:r>
              <a:rPr lang="en-US" sz="1000" b="1" dirty="0">
                <a:solidFill>
                  <a:srgbClr val="000000"/>
                </a:solidFill>
                <a:highlight>
                  <a:srgbClr val="FFFF00"/>
                </a:highlight>
                <a:ea typeface="Roboto" panose="02000000000000000000" pitchFamily="2" charset="0"/>
                <a:cs typeface="Roboto" panose="02000000000000000000" pitchFamily="2" charset="0"/>
              </a:rPr>
              <a:t>Machine-led Mix Change Analysis</a:t>
            </a:r>
            <a:endParaRPr lang="en-US" sz="1000" b="1" dirty="0">
              <a:solidFill>
                <a:srgbClr val="000000"/>
              </a:solidFill>
              <a:highlight>
                <a:srgbClr val="FFFF00"/>
              </a:highlight>
              <a:latin typeface="Arial" panose="020B0604020202020204"/>
              <a:ea typeface="Roboto" panose="02000000000000000000" pitchFamily="2" charset="0"/>
              <a:cs typeface="Roboto" panose="02000000000000000000" pitchFamily="2" charset="0"/>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000" dirty="0">
                <a:solidFill>
                  <a:srgbClr val="000000"/>
                </a:solidFill>
                <a:highlight>
                  <a:srgbClr val="FFFF00"/>
                </a:highlight>
                <a:latin typeface="Arial" panose="020B0604020202020204"/>
                <a:ea typeface="Roboto" panose="02000000000000000000" pitchFamily="2" charset="0"/>
                <a:cs typeface="Roboto" panose="02000000000000000000" pitchFamily="2" charset="0"/>
              </a:rPr>
              <a:t>Leverage GBMs and Layered GBMs in Radar</a:t>
            </a:r>
            <a:endParaRPr kumimoji="0" lang="en-US" sz="1000" i="0" u="none" strike="noStrike" kern="1200" cap="none" spc="0" normalizeH="0" baseline="0" noProof="0" dirty="0">
              <a:ln>
                <a:noFill/>
              </a:ln>
              <a:solidFill>
                <a:srgbClr val="000000"/>
              </a:solidFill>
              <a:effectLst/>
              <a:highlight>
                <a:srgbClr val="FFFF00"/>
              </a:highlight>
              <a:uLnTx/>
              <a:uFillTx/>
              <a:latin typeface="Arial" panose="020B0604020202020204"/>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737179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FA000-AD71-6A7D-19E6-D57A75F1CA8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A0B2165-5AE8-FB0C-F9B4-B4E479DE5D94}"/>
              </a:ext>
            </a:extLst>
          </p:cNvPr>
          <p:cNvSpPr/>
          <p:nvPr/>
        </p:nvSpPr>
        <p:spPr bwMode="auto">
          <a:xfrm>
            <a:off x="466727" y="457200"/>
            <a:ext cx="5634038" cy="582930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End-to-end </a:t>
            </a:r>
            <a:r>
              <a:rPr lang="en-US" sz="2400" dirty="0">
                <a:solidFill>
                  <a:srgbClr val="FFFFFF"/>
                </a:solidFill>
                <a:latin typeface="Arial" panose="020B0604020202020204"/>
              </a:rPr>
              <a:t>R</a:t>
            </a:r>
            <a:r>
              <a:rPr kumimoji="0" lang="en-US" sz="2400" b="0" i="0" u="none" strike="noStrike" kern="1200" cap="none" spc="0" normalizeH="0" baseline="0" noProof="0" dirty="0" err="1">
                <a:ln>
                  <a:noFill/>
                </a:ln>
                <a:solidFill>
                  <a:srgbClr val="FFFFFF"/>
                </a:solidFill>
                <a:effectLst/>
                <a:uLnTx/>
                <a:uFillTx/>
                <a:latin typeface="Arial" panose="020B0604020202020204"/>
                <a:ea typeface="+mn-ea"/>
                <a:cs typeface="+mn-cs"/>
              </a:rPr>
              <a:t>elativity</a:t>
            </a: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 Analysis </a:t>
            </a:r>
            <a:r>
              <a:rPr lang="en-US" sz="2400" dirty="0">
                <a:solidFill>
                  <a:srgbClr val="FFFFFF"/>
                </a:solidFill>
                <a:latin typeface="Arial" panose="020B0604020202020204"/>
              </a:rPr>
              <a:t>W</a:t>
            </a:r>
            <a:r>
              <a:rPr kumimoji="0" lang="en-US" sz="2400" b="0" i="0" u="none" strike="noStrike" kern="1200" cap="none" spc="0" normalizeH="0" baseline="0" noProof="0" dirty="0" err="1">
                <a:ln>
                  <a:noFill/>
                </a:ln>
                <a:solidFill>
                  <a:srgbClr val="FFFFFF"/>
                </a:solidFill>
                <a:effectLst/>
                <a:uLnTx/>
                <a:uFillTx/>
                <a:latin typeface="Arial" panose="020B0604020202020204"/>
                <a:ea typeface="+mn-ea"/>
                <a:cs typeface="+mn-cs"/>
              </a:rPr>
              <a:t>orkshop</a:t>
            </a:r>
            <a:endParaRPr kumimoji="0" lang="en-US" sz="2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3ACDEFD7-6FAD-1203-47A9-45C7F1C5CB62}"/>
              </a:ext>
            </a:extLst>
          </p:cNvPr>
          <p:cNvSpPr>
            <a:spLocks noGrp="1"/>
          </p:cNvSpPr>
          <p:nvPr>
            <p:ph type="title"/>
          </p:nvPr>
        </p:nvSpPr>
        <p:spPr>
          <a:xfrm>
            <a:off x="457198" y="2275841"/>
            <a:ext cx="5634037" cy="1153160"/>
          </a:xfrm>
        </p:spPr>
        <p:txBody>
          <a:bodyPr lIns="0" tIns="0" rIns="0" anchor="ctr"/>
          <a:lstStyle/>
          <a:p>
            <a:pPr algn="ctr">
              <a:spcAft>
                <a:spcPts val="1200"/>
              </a:spcAft>
            </a:pPr>
            <a:r>
              <a:rPr lang="en-US" sz="4400" dirty="0">
                <a:solidFill>
                  <a:schemeClr val="bg1"/>
                </a:solidFill>
              </a:rPr>
              <a:t>Session 5</a:t>
            </a:r>
            <a:endParaRPr lang="en-US" dirty="0">
              <a:solidFill>
                <a:schemeClr val="bg1"/>
              </a:solidFill>
              <a:latin typeface="+mj-lt"/>
            </a:endParaRPr>
          </a:p>
        </p:txBody>
      </p:sp>
      <p:sp>
        <p:nvSpPr>
          <p:cNvPr id="2" name="Slide Number Placeholder 1">
            <a:extLst>
              <a:ext uri="{FF2B5EF4-FFF2-40B4-BE49-F238E27FC236}">
                <a16:creationId xmlns:a16="http://schemas.microsoft.com/office/drawing/2014/main" id="{346968B3-F87D-057A-C01B-473077332311}"/>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3" name="Footer Placeholder 2">
            <a:extLst>
              <a:ext uri="{FF2B5EF4-FFF2-40B4-BE49-F238E27FC236}">
                <a16:creationId xmlns:a16="http://schemas.microsoft.com/office/drawing/2014/main" id="{8CE0278E-EDED-BA3B-117B-E5E866DE94D9}"/>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pic>
        <p:nvPicPr>
          <p:cNvPr id="9" name="Picture Placeholder 8" descr="Group of standing people looking at whiteboard on classroom wall, man wearing glasses holding whiteboard marker and writing">
            <a:extLst>
              <a:ext uri="{FF2B5EF4-FFF2-40B4-BE49-F238E27FC236}">
                <a16:creationId xmlns:a16="http://schemas.microsoft.com/office/drawing/2014/main" id="{61546593-E688-C4BA-FB80-25953983EC9C}"/>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7751" r="17751"/>
          <a:stretch/>
        </p:blipFill>
        <p:spPr>
          <a:xfrm flipH="1">
            <a:off x="6096000" y="457200"/>
            <a:ext cx="5634038" cy="5829300"/>
          </a:xfrm>
          <a:prstGeom prst="rect">
            <a:avLst/>
          </a:prstGeom>
        </p:spPr>
      </p:pic>
      <p:sp>
        <p:nvSpPr>
          <p:cNvPr id="4" name="Oval 3">
            <a:extLst>
              <a:ext uri="{FF2B5EF4-FFF2-40B4-BE49-F238E27FC236}">
                <a16:creationId xmlns:a16="http://schemas.microsoft.com/office/drawing/2014/main" id="{3B5BA128-129C-E2D3-0895-41114F61258A}"/>
              </a:ext>
            </a:extLst>
          </p:cNvPr>
          <p:cNvSpPr/>
          <p:nvPr/>
        </p:nvSpPr>
        <p:spPr bwMode="auto">
          <a:xfrm>
            <a:off x="2515013" y="4422217"/>
            <a:ext cx="1518405" cy="1492642"/>
          </a:xfrm>
          <a:prstGeom prst="ellipse">
            <a:avLst/>
          </a:prstGeom>
          <a:solidFill>
            <a:srgbClr val="C2A8F0"/>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200">
              <a:spcAft>
                <a:spcPts val="600"/>
              </a:spcAft>
            </a:pPr>
            <a:r>
              <a:rPr lang="en-US" sz="1000" b="1" dirty="0">
                <a:solidFill>
                  <a:srgbClr val="000000"/>
                </a:solidFill>
                <a:ea typeface="Roboto" panose="02000000000000000000" pitchFamily="2" charset="0"/>
                <a:cs typeface="Roboto" panose="02000000000000000000" pitchFamily="2" charset="0"/>
              </a:rPr>
              <a:t>Relativity Analysis</a:t>
            </a:r>
            <a:endParaRPr lang="en-US" sz="1000" b="1" dirty="0">
              <a:solidFill>
                <a:srgbClr val="000000"/>
              </a:solidFill>
              <a:latin typeface="Arial" panose="020B0604020202020204"/>
              <a:ea typeface="Roboto" panose="02000000000000000000" pitchFamily="2" charset="0"/>
              <a:cs typeface="Roboto" panose="02000000000000000000" pitchFamily="2" charset="0"/>
            </a:endParaRP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000" dirty="0">
                <a:solidFill>
                  <a:srgbClr val="000000"/>
                </a:solidFill>
                <a:latin typeface="Arial" panose="020B0604020202020204"/>
                <a:ea typeface="Roboto" panose="02000000000000000000" pitchFamily="2" charset="0"/>
                <a:cs typeface="Roboto" panose="02000000000000000000" pitchFamily="2" charset="0"/>
              </a:rPr>
              <a:t>Leverage Radar to efficiently conduct relativity analysis</a:t>
            </a:r>
            <a:endParaRPr kumimoji="0" lang="en-US" sz="100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16177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8D7BB-7961-3D37-72B2-FD20A353B9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3E8975-F6C4-4325-CEDC-54BB7B0554E0}"/>
              </a:ext>
            </a:extLst>
          </p:cNvPr>
          <p:cNvSpPr>
            <a:spLocks noGrp="1"/>
          </p:cNvSpPr>
          <p:nvPr>
            <p:ph type="sldNum" sz="quarter" idx="2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dirty="0">
              <a:ln>
                <a:noFill/>
              </a:ln>
              <a:solidFill>
                <a:srgbClr val="000000"/>
              </a:solidFill>
              <a:effectLst/>
              <a:uLnTx/>
              <a:uFillTx/>
              <a:latin typeface="Arial" panose="020B0604020202020204"/>
              <a:ea typeface="Verdana" panose="020B0604030504040204" pitchFamily="34" charset="0"/>
            </a:endParaRPr>
          </a:p>
        </p:txBody>
      </p:sp>
      <p:sp>
        <p:nvSpPr>
          <p:cNvPr id="5" name="Footer Placeholder 4">
            <a:extLst>
              <a:ext uri="{FF2B5EF4-FFF2-40B4-BE49-F238E27FC236}">
                <a16:creationId xmlns:a16="http://schemas.microsoft.com/office/drawing/2014/main" id="{58F77E6C-06A2-A751-D06E-BCB177F7E9F6}"/>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a:ln>
                <a:noFill/>
              </a:ln>
              <a:solidFill>
                <a:srgbClr val="000000"/>
              </a:solidFill>
              <a:effectLst/>
              <a:uLnTx/>
              <a:uFillTx/>
              <a:latin typeface="Arial" panose="020B0604020202020204"/>
              <a:ea typeface="Roboto" panose="02000000000000000000" pitchFamily="2" charset="0"/>
            </a:endParaRPr>
          </a:p>
        </p:txBody>
      </p:sp>
      <p:pic>
        <p:nvPicPr>
          <p:cNvPr id="8" name="Graphic 7" descr="Scatterplot with solid fill">
            <a:extLst>
              <a:ext uri="{FF2B5EF4-FFF2-40B4-BE49-F238E27FC236}">
                <a16:creationId xmlns:a16="http://schemas.microsoft.com/office/drawing/2014/main" id="{33B12232-3525-2FB9-AC37-B370089DE5D6}"/>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26873" y="1911803"/>
            <a:ext cx="859536" cy="859536"/>
          </a:xfrm>
          <a:prstGeom prst="rect">
            <a:avLst/>
          </a:prstGeom>
        </p:spPr>
      </p:pic>
      <p:sp>
        <p:nvSpPr>
          <p:cNvPr id="9" name="Rectangle 8">
            <a:extLst>
              <a:ext uri="{FF2B5EF4-FFF2-40B4-BE49-F238E27FC236}">
                <a16:creationId xmlns:a16="http://schemas.microsoft.com/office/drawing/2014/main" id="{E8591C97-73EB-FB1B-2F71-A96E36421118}"/>
              </a:ext>
            </a:extLst>
          </p:cNvPr>
          <p:cNvSpPr/>
          <p:nvPr/>
        </p:nvSpPr>
        <p:spPr bwMode="auto">
          <a:xfrm>
            <a:off x="1453792" y="1804328"/>
            <a:ext cx="3970419" cy="989407"/>
          </a:xfrm>
          <a:prstGeom prst="rect">
            <a:avLst/>
          </a:prstGeom>
          <a:ln w="28575">
            <a:solidFill>
              <a:srgbClr val="B286D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ts val="2100"/>
              </a:lnSpc>
              <a:spcBef>
                <a:spcPts val="0"/>
              </a:spcBef>
              <a:spcAft>
                <a:spcPts val="180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lang="en-US" sz="1100" dirty="0">
                <a:solidFill>
                  <a:srgbClr val="000000"/>
                </a:solidFill>
                <a:latin typeface="Arial" panose="020B0604020202020204"/>
                <a:ea typeface="Roboto" panose="02000000000000000000" pitchFamily="2" charset="0"/>
                <a:cs typeface="Roboto" panose="02000000000000000000" pitchFamily="2" charset="0"/>
              </a:rPr>
              <a:t>Build out-of-the-box GLMs/GBMs to model loss costs, retention, and conversion. These metrics will become the basis of the KPIs used for scenario testing when selecting proposed relativities.</a:t>
            </a: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R="0" lvl="0" algn="l" defTabSz="457200" rtl="0" eaLnBrk="1" fontAlgn="auto" latinLnBrk="0" hangingPunct="1">
              <a:lnSpc>
                <a:spcPts val="2100"/>
              </a:lnSpc>
              <a:spcBef>
                <a:spcPts val="0"/>
              </a:spcBef>
              <a:spcAft>
                <a:spcPts val="1800"/>
              </a:spcAft>
              <a:buClrTx/>
              <a:buSzTx/>
              <a:tabLst/>
              <a:defRPr/>
            </a:pPr>
            <a:endParaRPr kumimoji="0" lang="en-US" sz="1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0" name="Graphic 9" descr="Calculator with solid fill">
            <a:extLst>
              <a:ext uri="{FF2B5EF4-FFF2-40B4-BE49-F238E27FC236}">
                <a16:creationId xmlns:a16="http://schemas.microsoft.com/office/drawing/2014/main" id="{56749DC0-FAF9-7EAD-9670-21FA33CE577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43972" y="4792870"/>
            <a:ext cx="859536" cy="859536"/>
          </a:xfrm>
          <a:prstGeom prst="rect">
            <a:avLst/>
          </a:prstGeom>
        </p:spPr>
      </p:pic>
      <p:sp>
        <p:nvSpPr>
          <p:cNvPr id="11" name="Rectangle 10">
            <a:extLst>
              <a:ext uri="{FF2B5EF4-FFF2-40B4-BE49-F238E27FC236}">
                <a16:creationId xmlns:a16="http://schemas.microsoft.com/office/drawing/2014/main" id="{82A4F3B4-05DA-A042-12E5-C09DDF9EAB8A}"/>
              </a:ext>
            </a:extLst>
          </p:cNvPr>
          <p:cNvSpPr/>
          <p:nvPr/>
        </p:nvSpPr>
        <p:spPr bwMode="auto">
          <a:xfrm>
            <a:off x="1461116" y="4723583"/>
            <a:ext cx="3970419"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a:spcAft>
                <a:spcPts val="1800"/>
              </a:spcAft>
            </a:pPr>
            <a:r>
              <a:rPr lang="en-US" sz="1200" dirty="0">
                <a:ea typeface="Roboto" panose="02000000000000000000" pitchFamily="2" charset="0"/>
                <a:cs typeface="Roboto" panose="02000000000000000000" pitchFamily="2" charset="0"/>
              </a:rPr>
              <a:t>Scenario test the impact of various base rate changes on expected loss ratio, retention, and conversion.</a:t>
            </a: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2" name="Graphic 11" descr="Target with solid fill">
            <a:extLst>
              <a:ext uri="{FF2B5EF4-FFF2-40B4-BE49-F238E27FC236}">
                <a16:creationId xmlns:a16="http://schemas.microsoft.com/office/drawing/2014/main" id="{A2A40256-00B5-2294-7549-63425F907BF9}"/>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43972" y="3317512"/>
            <a:ext cx="859536" cy="859536"/>
          </a:xfrm>
          <a:prstGeom prst="rect">
            <a:avLst/>
          </a:prstGeom>
        </p:spPr>
      </p:pic>
      <p:sp>
        <p:nvSpPr>
          <p:cNvPr id="13" name="Rectangle 12">
            <a:extLst>
              <a:ext uri="{FF2B5EF4-FFF2-40B4-BE49-F238E27FC236}">
                <a16:creationId xmlns:a16="http://schemas.microsoft.com/office/drawing/2014/main" id="{6F940617-9FC7-ABBC-0AFB-F88BC5A736B7}"/>
              </a:ext>
            </a:extLst>
          </p:cNvPr>
          <p:cNvSpPr/>
          <p:nvPr/>
        </p:nvSpPr>
        <p:spPr bwMode="auto">
          <a:xfrm>
            <a:off x="1461116" y="3251973"/>
            <a:ext cx="3970419"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Pinpoint the drivers of unfavorable loss ratios in your current</a:t>
            </a:r>
            <a:r>
              <a:rPr kumimoji="0" lang="en-US" sz="1100" b="0"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 book of business. </a:t>
            </a:r>
            <a:r>
              <a:rPr lang="en-US" sz="1100" dirty="0">
                <a:solidFill>
                  <a:srgbClr val="000000"/>
                </a:solidFill>
                <a:latin typeface="Arial" panose="020B0604020202020204"/>
                <a:ea typeface="Roboto" panose="02000000000000000000" pitchFamily="2" charset="0"/>
                <a:cs typeface="Roboto" panose="02000000000000000000" pitchFamily="2" charset="0"/>
              </a:rPr>
              <a:t>These rating characteristics will undergo the largest relativity changes.</a:t>
            </a: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4" name="Graphic 13" descr="Teacher with solid fill">
            <a:extLst>
              <a:ext uri="{FF2B5EF4-FFF2-40B4-BE49-F238E27FC236}">
                <a16:creationId xmlns:a16="http://schemas.microsoft.com/office/drawing/2014/main" id="{EAB9087E-157C-FC23-1910-7008843C52A2}"/>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137220" y="1877693"/>
            <a:ext cx="859536" cy="859536"/>
          </a:xfrm>
          <a:prstGeom prst="rect">
            <a:avLst/>
          </a:prstGeom>
        </p:spPr>
      </p:pic>
      <p:sp>
        <p:nvSpPr>
          <p:cNvPr id="15" name="Rectangle 14">
            <a:extLst>
              <a:ext uri="{FF2B5EF4-FFF2-40B4-BE49-F238E27FC236}">
                <a16:creationId xmlns:a16="http://schemas.microsoft.com/office/drawing/2014/main" id="{3A1A0E40-BAB9-8188-13DB-D5178D583D51}"/>
              </a:ext>
            </a:extLst>
          </p:cNvPr>
          <p:cNvSpPr/>
          <p:nvPr/>
        </p:nvSpPr>
        <p:spPr bwMode="auto">
          <a:xfrm>
            <a:off x="7275639" y="1789495"/>
            <a:ext cx="3968496"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Scenario test the impact of various table</a:t>
            </a:r>
            <a:r>
              <a:rPr kumimoji="0" lang="en-US" sz="1200" b="0"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 changes on the whole book and individual segments.</a:t>
            </a:r>
            <a:endPar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pic>
        <p:nvPicPr>
          <p:cNvPr id="16" name="Graphic 15" descr="Management with solid fill">
            <a:extLst>
              <a:ext uri="{FF2B5EF4-FFF2-40B4-BE49-F238E27FC236}">
                <a16:creationId xmlns:a16="http://schemas.microsoft.com/office/drawing/2014/main" id="{0645F650-9DF0-1183-DC44-718801656AC4}"/>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6137547" y="3302126"/>
            <a:ext cx="858883" cy="858883"/>
          </a:xfrm>
          <a:prstGeom prst="rect">
            <a:avLst/>
          </a:prstGeom>
        </p:spPr>
      </p:pic>
      <p:sp>
        <p:nvSpPr>
          <p:cNvPr id="17" name="Rectangle 16">
            <a:extLst>
              <a:ext uri="{FF2B5EF4-FFF2-40B4-BE49-F238E27FC236}">
                <a16:creationId xmlns:a16="http://schemas.microsoft.com/office/drawing/2014/main" id="{5F1A0624-5347-81DF-95BB-C2516F43B45C}"/>
              </a:ext>
            </a:extLst>
          </p:cNvPr>
          <p:cNvSpPr/>
          <p:nvPr/>
        </p:nvSpPr>
        <p:spPr bwMode="auto">
          <a:xfrm>
            <a:off x="7275639" y="3241115"/>
            <a:ext cx="3968496" cy="998409"/>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18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0" marR="0" lvl="0" indent="0" algn="l" defTabSz="457200" rtl="0" eaLnBrk="1" fontAlgn="auto" latinLnBrk="0" hangingPunct="1">
              <a:lnSpc>
                <a:spcPct val="100000"/>
              </a:lnSpc>
              <a:spcBef>
                <a:spcPts val="0"/>
              </a:spcBef>
              <a:spcAft>
                <a:spcPts val="1800"/>
              </a:spcAft>
              <a:buClrTx/>
              <a:buSzTx/>
              <a:buFontTx/>
              <a:buNone/>
              <a:tabLst/>
              <a:defRPr/>
            </a:pPr>
            <a:r>
              <a:rPr lang="en-US" sz="1200" dirty="0">
                <a:solidFill>
                  <a:srgbClr val="000000"/>
                </a:solidFill>
                <a:latin typeface="Arial" panose="020B0604020202020204"/>
                <a:ea typeface="Roboto" panose="02000000000000000000" pitchFamily="2" charset="0"/>
                <a:cs typeface="Roboto" panose="02000000000000000000" pitchFamily="2" charset="0"/>
              </a:rPr>
              <a:t>Implement capping rules based on carrier and regulatory guidance.</a:t>
            </a:r>
            <a:endPar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a:p>
            <a:pPr marL="285750" marR="0" lvl="0" indent="-285750" algn="l" defTabSz="457200" rtl="0" eaLnBrk="1" fontAlgn="auto" latinLnBrk="0" hangingPunct="1">
              <a:lnSpc>
                <a:spcPct val="100000"/>
              </a:lnSpc>
              <a:spcBef>
                <a:spcPts val="0"/>
              </a:spcBef>
              <a:spcAft>
                <a:spcPts val="18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sp>
        <p:nvSpPr>
          <p:cNvPr id="18" name="Rectangle 17">
            <a:extLst>
              <a:ext uri="{FF2B5EF4-FFF2-40B4-BE49-F238E27FC236}">
                <a16:creationId xmlns:a16="http://schemas.microsoft.com/office/drawing/2014/main" id="{FF7C7D40-2DE9-F6E4-C2E5-6F699E3F03DE}"/>
              </a:ext>
            </a:extLst>
          </p:cNvPr>
          <p:cNvSpPr/>
          <p:nvPr/>
        </p:nvSpPr>
        <p:spPr bwMode="auto">
          <a:xfrm>
            <a:off x="1831568" y="1707055"/>
            <a:ext cx="3200399" cy="22321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Build Loss Cost</a:t>
            </a:r>
            <a:r>
              <a:rPr kumimoji="0" lang="en-US" sz="1400" b="0" i="0" u="none" strike="noStrike" kern="1200" cap="none" spc="0" normalizeH="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 </a:t>
            </a: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&amp; Demand Models</a:t>
            </a:r>
          </a:p>
        </p:txBody>
      </p:sp>
      <p:sp>
        <p:nvSpPr>
          <p:cNvPr id="19" name="Oval 18">
            <a:extLst>
              <a:ext uri="{FF2B5EF4-FFF2-40B4-BE49-F238E27FC236}">
                <a16:creationId xmlns:a16="http://schemas.microsoft.com/office/drawing/2014/main" id="{F6EA13B8-8840-93F4-465D-DAECFAD44BEC}"/>
              </a:ext>
            </a:extLst>
          </p:cNvPr>
          <p:cNvSpPr>
            <a:spLocks/>
          </p:cNvSpPr>
          <p:nvPr/>
        </p:nvSpPr>
        <p:spPr bwMode="auto">
          <a:xfrm>
            <a:off x="1313344" y="2198116"/>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1</a:t>
            </a:r>
          </a:p>
        </p:txBody>
      </p:sp>
      <p:sp>
        <p:nvSpPr>
          <p:cNvPr id="20" name="Oval 19">
            <a:extLst>
              <a:ext uri="{FF2B5EF4-FFF2-40B4-BE49-F238E27FC236}">
                <a16:creationId xmlns:a16="http://schemas.microsoft.com/office/drawing/2014/main" id="{10A60561-326E-B726-9376-310CF0E9C1A9}"/>
              </a:ext>
            </a:extLst>
          </p:cNvPr>
          <p:cNvSpPr>
            <a:spLocks/>
          </p:cNvSpPr>
          <p:nvPr/>
        </p:nvSpPr>
        <p:spPr bwMode="auto">
          <a:xfrm>
            <a:off x="1321765" y="3614331"/>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2</a:t>
            </a:r>
          </a:p>
        </p:txBody>
      </p:sp>
      <p:sp>
        <p:nvSpPr>
          <p:cNvPr id="21" name="Oval 20">
            <a:extLst>
              <a:ext uri="{FF2B5EF4-FFF2-40B4-BE49-F238E27FC236}">
                <a16:creationId xmlns:a16="http://schemas.microsoft.com/office/drawing/2014/main" id="{77113C60-00DE-2805-CEB9-7A3EBF25DBF3}"/>
              </a:ext>
            </a:extLst>
          </p:cNvPr>
          <p:cNvSpPr>
            <a:spLocks/>
          </p:cNvSpPr>
          <p:nvPr/>
        </p:nvSpPr>
        <p:spPr bwMode="auto">
          <a:xfrm>
            <a:off x="1321765" y="5080199"/>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3</a:t>
            </a:r>
          </a:p>
        </p:txBody>
      </p:sp>
      <p:sp>
        <p:nvSpPr>
          <p:cNvPr id="22" name="Oval 21">
            <a:extLst>
              <a:ext uri="{FF2B5EF4-FFF2-40B4-BE49-F238E27FC236}">
                <a16:creationId xmlns:a16="http://schemas.microsoft.com/office/drawing/2014/main" id="{E56BA807-5DEE-2D75-1341-E92F443C146F}"/>
              </a:ext>
            </a:extLst>
          </p:cNvPr>
          <p:cNvSpPr>
            <a:spLocks/>
          </p:cNvSpPr>
          <p:nvPr/>
        </p:nvSpPr>
        <p:spPr bwMode="auto">
          <a:xfrm>
            <a:off x="7138479" y="2164446"/>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4</a:t>
            </a:r>
          </a:p>
        </p:txBody>
      </p:sp>
      <p:sp>
        <p:nvSpPr>
          <p:cNvPr id="23" name="Oval 22">
            <a:extLst>
              <a:ext uri="{FF2B5EF4-FFF2-40B4-BE49-F238E27FC236}">
                <a16:creationId xmlns:a16="http://schemas.microsoft.com/office/drawing/2014/main" id="{D8720B28-E5A2-B5C6-462D-E4AE20C44B3E}"/>
              </a:ext>
            </a:extLst>
          </p:cNvPr>
          <p:cNvSpPr>
            <a:spLocks/>
          </p:cNvSpPr>
          <p:nvPr/>
        </p:nvSpPr>
        <p:spPr bwMode="auto">
          <a:xfrm>
            <a:off x="7138479" y="3603662"/>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rPr>
              <a:t>5</a:t>
            </a:r>
          </a:p>
        </p:txBody>
      </p:sp>
      <p:sp>
        <p:nvSpPr>
          <p:cNvPr id="24" name="Rectangle 23">
            <a:extLst>
              <a:ext uri="{FF2B5EF4-FFF2-40B4-BE49-F238E27FC236}">
                <a16:creationId xmlns:a16="http://schemas.microsoft.com/office/drawing/2014/main" id="{8CF5815F-A51E-E843-05DF-03F5F374E31B}"/>
              </a:ext>
            </a:extLst>
          </p:cNvPr>
          <p:cNvSpPr/>
          <p:nvPr/>
        </p:nvSpPr>
        <p:spPr bwMode="auto">
          <a:xfrm>
            <a:off x="1831568" y="3178692"/>
            <a:ext cx="3200400" cy="232107"/>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Analyze Current Performance</a:t>
            </a:r>
          </a:p>
        </p:txBody>
      </p:sp>
      <p:sp>
        <p:nvSpPr>
          <p:cNvPr id="25" name="Rectangle 24">
            <a:extLst>
              <a:ext uri="{FF2B5EF4-FFF2-40B4-BE49-F238E27FC236}">
                <a16:creationId xmlns:a16="http://schemas.microsoft.com/office/drawing/2014/main" id="{4425D2BD-54AB-5936-85AB-9A196363F562}"/>
              </a:ext>
            </a:extLst>
          </p:cNvPr>
          <p:cNvSpPr/>
          <p:nvPr/>
        </p:nvSpPr>
        <p:spPr bwMode="auto">
          <a:xfrm>
            <a:off x="1831568" y="4634642"/>
            <a:ext cx="3200400" cy="25123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Select Base Rate Change</a:t>
            </a:r>
          </a:p>
        </p:txBody>
      </p:sp>
      <p:sp>
        <p:nvSpPr>
          <p:cNvPr id="26" name="Rectangle 25">
            <a:extLst>
              <a:ext uri="{FF2B5EF4-FFF2-40B4-BE49-F238E27FC236}">
                <a16:creationId xmlns:a16="http://schemas.microsoft.com/office/drawing/2014/main" id="{1CC5C033-1A2C-919E-BC80-AAB479F3521B}"/>
              </a:ext>
            </a:extLst>
          </p:cNvPr>
          <p:cNvSpPr/>
          <p:nvPr/>
        </p:nvSpPr>
        <p:spPr bwMode="auto">
          <a:xfrm>
            <a:off x="7656703" y="1688589"/>
            <a:ext cx="3200399" cy="223214"/>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Select Proposed Relativities</a:t>
            </a:r>
          </a:p>
        </p:txBody>
      </p:sp>
      <p:sp>
        <p:nvSpPr>
          <p:cNvPr id="27" name="Rectangle 26">
            <a:extLst>
              <a:ext uri="{FF2B5EF4-FFF2-40B4-BE49-F238E27FC236}">
                <a16:creationId xmlns:a16="http://schemas.microsoft.com/office/drawing/2014/main" id="{90D041BB-7DD1-D009-6DF6-6794284558BF}"/>
              </a:ext>
            </a:extLst>
          </p:cNvPr>
          <p:cNvSpPr/>
          <p:nvPr/>
        </p:nvSpPr>
        <p:spPr bwMode="auto">
          <a:xfrm>
            <a:off x="7656702" y="3134285"/>
            <a:ext cx="3200399" cy="238828"/>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rPr>
              <a:t>Implement Capping Rules</a:t>
            </a:r>
          </a:p>
        </p:txBody>
      </p:sp>
      <p:sp>
        <p:nvSpPr>
          <p:cNvPr id="4" name="Rectangle 3">
            <a:extLst>
              <a:ext uri="{FF2B5EF4-FFF2-40B4-BE49-F238E27FC236}">
                <a16:creationId xmlns:a16="http://schemas.microsoft.com/office/drawing/2014/main" id="{7C877D0D-DA12-843F-7FC9-ED015437D3B4}"/>
              </a:ext>
            </a:extLst>
          </p:cNvPr>
          <p:cNvSpPr/>
          <p:nvPr/>
        </p:nvSpPr>
        <p:spPr bwMode="auto">
          <a:xfrm>
            <a:off x="7275639" y="4723583"/>
            <a:ext cx="3968496" cy="987552"/>
          </a:xfrm>
          <a:prstGeom prst="rect">
            <a:avLst/>
          </a:prstGeom>
          <a:solidFill>
            <a:schemeClr val="bg1"/>
          </a:solidFill>
          <a:ln w="28575">
            <a:solidFill>
              <a:schemeClr val="tx2">
                <a:alpha val="60000"/>
              </a:schemeClr>
            </a:solidFill>
          </a:ln>
          <a:effectLst/>
        </p:spPr>
        <p:txBody>
          <a:bodyPr rot="0" spcFirstLastPara="0" vertOverflow="overflow" horzOverflow="overflow" vert="horz" wrap="square" lIns="365760" tIns="0" rIns="365760" bIns="0" numCol="1" spcCol="0" rtlCol="0" fromWordArt="0" anchor="ctr" anchorCtr="0" forceAA="0" compatLnSpc="1">
            <a:prstTxWarp prst="textNoShape">
              <a:avLst/>
            </a:prstTxWarp>
            <a:noAutofit/>
          </a:bodyPr>
          <a:lstStyle/>
          <a:p>
            <a:pPr lvl="0" defTabSz="457200">
              <a:spcAft>
                <a:spcPts val="1800"/>
              </a:spcAf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Review the largest dislocations in your portfolio and leverage machine learning </a:t>
            </a:r>
            <a:r>
              <a:rPr kumimoji="0" lang="en-US" sz="1200" b="0" i="0" u="none" strike="noStrike" kern="1200" cap="none" spc="0" normalizeH="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rPr>
              <a:t>to identify the key drivers.</a:t>
            </a:r>
            <a:endParaRPr kumimoji="0" lang="en-US" sz="11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cs typeface="Roboto" panose="02000000000000000000" pitchFamily="2" charset="0"/>
            </a:endParaRPr>
          </a:p>
        </p:txBody>
      </p:sp>
      <p:sp>
        <p:nvSpPr>
          <p:cNvPr id="30" name="Oval 29">
            <a:extLst>
              <a:ext uri="{FF2B5EF4-FFF2-40B4-BE49-F238E27FC236}">
                <a16:creationId xmlns:a16="http://schemas.microsoft.com/office/drawing/2014/main" id="{4F54EA21-D190-23F8-33AD-64B98A7FCD1B}"/>
              </a:ext>
            </a:extLst>
          </p:cNvPr>
          <p:cNvSpPr>
            <a:spLocks/>
          </p:cNvSpPr>
          <p:nvPr/>
        </p:nvSpPr>
        <p:spPr bwMode="auto">
          <a:xfrm>
            <a:off x="7135494" y="5085478"/>
            <a:ext cx="274320" cy="274320"/>
          </a:xfrm>
          <a:prstGeom prst="ellipse">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a:solidFill>
                  <a:srgbClr val="FFFFFF"/>
                </a:solidFill>
                <a:latin typeface="Arial" panose="020B0604020202020204"/>
                <a:ea typeface="Roboto" panose="02000000000000000000" pitchFamily="2" charset="0"/>
                <a:cs typeface="Roboto" panose="02000000000000000000" pitchFamily="2" charset="0"/>
              </a:rPr>
              <a:t>6</a:t>
            </a:r>
            <a:endParaRPr kumimoji="0" lang="en-US" sz="1200" b="0" i="0" u="none" strike="noStrike" kern="1200" cap="none" spc="0" normalizeH="0" baseline="0" noProof="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31" name="Rectangle 30">
            <a:extLst>
              <a:ext uri="{FF2B5EF4-FFF2-40B4-BE49-F238E27FC236}">
                <a16:creationId xmlns:a16="http://schemas.microsoft.com/office/drawing/2014/main" id="{3E33BA23-6BC0-7D65-9C2D-4F12CA63244F}"/>
              </a:ext>
            </a:extLst>
          </p:cNvPr>
          <p:cNvSpPr/>
          <p:nvPr/>
        </p:nvSpPr>
        <p:spPr bwMode="auto">
          <a:xfrm>
            <a:off x="7655109" y="4633058"/>
            <a:ext cx="3201992" cy="238828"/>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rgbClr val="FFFFFF"/>
                </a:solidFill>
                <a:latin typeface="Arial" panose="020B0604020202020204"/>
                <a:ea typeface="Roboto" panose="02000000000000000000" pitchFamily="2" charset="0"/>
                <a:cs typeface="Roboto" panose="02000000000000000000" pitchFamily="2" charset="0"/>
              </a:rPr>
              <a:t>Identify Drivers of Dislocation</a:t>
            </a:r>
            <a:endParaRPr kumimoji="0" lang="en-US" sz="1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pic>
        <p:nvPicPr>
          <p:cNvPr id="35" name="Graphic 34" descr="Rocket with solid fill">
            <a:extLst>
              <a:ext uri="{FF2B5EF4-FFF2-40B4-BE49-F238E27FC236}">
                <a16:creationId xmlns:a16="http://schemas.microsoft.com/office/drawing/2014/main" id="{E9B20C2F-7008-934F-E106-B4AEFF8B878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37220" y="4787457"/>
            <a:ext cx="859536" cy="859536"/>
          </a:xfrm>
          <a:prstGeom prst="rect">
            <a:avLst/>
          </a:prstGeom>
        </p:spPr>
      </p:pic>
      <p:sp>
        <p:nvSpPr>
          <p:cNvPr id="3" name="Title 6">
            <a:extLst>
              <a:ext uri="{FF2B5EF4-FFF2-40B4-BE49-F238E27FC236}">
                <a16:creationId xmlns:a16="http://schemas.microsoft.com/office/drawing/2014/main" id="{F0A45D48-A2A7-1B06-B7AC-E9D76908AF9C}"/>
              </a:ext>
            </a:extLst>
          </p:cNvPr>
          <p:cNvSpPr txBox="1">
            <a:spLocks/>
          </p:cNvSpPr>
          <p:nvPr/>
        </p:nvSpPr>
        <p:spPr>
          <a:xfrm>
            <a:off x="491521" y="359382"/>
            <a:ext cx="11515519" cy="42948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j-lt"/>
                <a:ea typeface="Roboto Medium" panose="02000000000000000000" pitchFamily="2" charset="0"/>
                <a:cs typeface="Verdana" panose="020B060403050404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dirty="0">
                <a:solidFill>
                  <a:srgbClr val="000000"/>
                </a:solidFill>
                <a:latin typeface="Times New Roman" panose="02020603050405020304"/>
              </a:rPr>
              <a:t>Relativity Analysis in Radar</a:t>
            </a:r>
            <a:endParaRPr kumimoji="0" lang="en-US" sz="3200" b="0" i="0" u="none" strike="noStrike" kern="1200" cap="none" spc="0" normalizeH="0" baseline="0" noProof="0" dirty="0">
              <a:ln>
                <a:noFill/>
              </a:ln>
              <a:solidFill>
                <a:srgbClr val="000000"/>
              </a:solidFill>
              <a:effectLst/>
              <a:uLnTx/>
              <a:uFillTx/>
              <a:latin typeface="Times New Roman" panose="02020603050405020304"/>
              <a:ea typeface="Roboto Medium" panose="02000000000000000000" pitchFamily="2" charset="0"/>
            </a:endParaRPr>
          </a:p>
        </p:txBody>
      </p:sp>
      <p:sp>
        <p:nvSpPr>
          <p:cNvPr id="28" name="Text Placeholder 62">
            <a:extLst>
              <a:ext uri="{FF2B5EF4-FFF2-40B4-BE49-F238E27FC236}">
                <a16:creationId xmlns:a16="http://schemas.microsoft.com/office/drawing/2014/main" id="{F4A31573-953B-27E0-53CB-CB06747B92DC}"/>
              </a:ext>
            </a:extLst>
          </p:cNvPr>
          <p:cNvSpPr txBox="1">
            <a:spLocks/>
          </p:cNvSpPr>
          <p:nvPr/>
        </p:nvSpPr>
        <p:spPr>
          <a:xfrm>
            <a:off x="491625" y="928806"/>
            <a:ext cx="11291189" cy="37663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2000" b="0" i="0" kern="1200">
                <a:solidFill>
                  <a:schemeClr val="tx1"/>
                </a:solidFill>
                <a:latin typeface="+mn-lt"/>
                <a:ea typeface="Roboto" panose="02000000000000000000" pitchFamily="2" charset="0"/>
                <a:cs typeface="Times New Roman" panose="02020603050405020304" pitchFamily="18" charset="0"/>
              </a:defRPr>
            </a:lvl1pPr>
            <a:lvl2pPr marL="0" indent="0" algn="l" defTabSz="914400" rtl="0" eaLnBrk="1" latinLnBrk="0" hangingPunct="1">
              <a:lnSpc>
                <a:spcPct val="100000"/>
              </a:lnSpc>
              <a:spcBef>
                <a:spcPts val="0"/>
              </a:spcBef>
              <a:spcAft>
                <a:spcPts val="300"/>
              </a:spcAft>
              <a:buClr>
                <a:schemeClr val="accent1"/>
              </a:buClr>
              <a:buFontTx/>
              <a:buNone/>
              <a:tabLst>
                <a:tab pos="280988" algn="l"/>
              </a:tabLst>
              <a:defRPr sz="2000" b="0" i="0" kern="1200">
                <a:solidFill>
                  <a:schemeClr val="tx1"/>
                </a:solidFill>
                <a:latin typeface="+mn-lt"/>
                <a:ea typeface="Roboto" panose="02000000000000000000" pitchFamily="2" charset="0"/>
                <a:cs typeface="Arial" panose="020B0604020202020204" pitchFamily="34" charset="0"/>
              </a:defRPr>
            </a:lvl2pPr>
            <a:lvl3pPr marL="0" indent="0" algn="l" defTabSz="292608" rtl="0" eaLnBrk="1" latinLnBrk="0" hangingPunct="1">
              <a:lnSpc>
                <a:spcPct val="100000"/>
              </a:lnSpc>
              <a:spcBef>
                <a:spcPts val="0"/>
              </a:spcBef>
              <a:spcAft>
                <a:spcPts val="300"/>
              </a:spcAft>
              <a:buClr>
                <a:schemeClr val="tx2"/>
              </a:buClr>
              <a:buFontTx/>
              <a:buNone/>
              <a:tabLst>
                <a:tab pos="276225" algn="l"/>
                <a:tab pos="584200" algn="l"/>
              </a:tabLst>
              <a:defRPr sz="2000" b="0" i="0" kern="1200">
                <a:solidFill>
                  <a:schemeClr val="tx1"/>
                </a:solidFill>
                <a:latin typeface="+mn-lt"/>
                <a:ea typeface="Roboto" panose="02000000000000000000" pitchFamily="2" charset="0"/>
                <a:cs typeface="Times New Roman" panose="02020603050405020304" pitchFamily="18" charset="0"/>
              </a:defRPr>
            </a:lvl3pPr>
            <a:lvl4pPr marL="0" marR="0" indent="0" algn="l" defTabSz="292608" rtl="0" eaLnBrk="1" fontAlgn="auto"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4pPr>
            <a:lvl5pPr marL="0" indent="0" algn="l" defTabSz="292608" rtl="0" eaLnBrk="1" latinLnBrk="0" hangingPunct="1">
              <a:lnSpc>
                <a:spcPct val="100000"/>
              </a:lnSpc>
              <a:spcBef>
                <a:spcPts val="0"/>
              </a:spcBef>
              <a:spcAft>
                <a:spcPts val="300"/>
              </a:spcAft>
              <a:buClr>
                <a:schemeClr val="tx2"/>
              </a:buClr>
              <a:buSzPct val="100000"/>
              <a:buFontTx/>
              <a:buNone/>
              <a:tabLst>
                <a:tab pos="292608" algn="l"/>
                <a:tab pos="585216" algn="l"/>
              </a:tabLst>
              <a:defRPr sz="2000" b="0" i="0" kern="1200">
                <a:solidFill>
                  <a:schemeClr val="tx1"/>
                </a:solidFill>
                <a:latin typeface="+mn-lt"/>
                <a:ea typeface="Roboto" panose="02000000000000000000" pitchFamily="2" charset="0"/>
                <a:cs typeface="Times New Roman" panose="02020603050405020304" pitchFamily="18" charset="0"/>
              </a:defRPr>
            </a:lvl5pPr>
            <a:lvl6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6pPr>
            <a:lvl7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7pPr>
            <a:lvl8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8pPr>
            <a:lvl9pPr marL="0" indent="0" algn="l" defTabSz="914400" rtl="0" eaLnBrk="1" latinLnBrk="0" hangingPunct="1">
              <a:lnSpc>
                <a:spcPct val="100000"/>
              </a:lnSpc>
              <a:spcBef>
                <a:spcPts val="0"/>
              </a:spcBef>
              <a:spcAft>
                <a:spcPts val="300"/>
              </a:spcAft>
              <a:buClr>
                <a:schemeClr val="tx2"/>
              </a:buClr>
              <a:buSzPct val="100000"/>
              <a:buFontTx/>
              <a:buNone/>
              <a:tabLst/>
              <a:defRPr sz="2000" b="0" i="0" kern="1200">
                <a:solidFill>
                  <a:schemeClr val="tx1"/>
                </a:solidFill>
                <a:latin typeface="+mn-lt"/>
                <a:ea typeface="Roboto" panose="02000000000000000000" pitchFamily="2" charset="0"/>
                <a:cs typeface="Times New Roman" panose="02020603050405020304" pitchFamily="18" charset="0"/>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a:ea typeface="Roboto" panose="02000000000000000000" pitchFamily="2" charset="0"/>
                <a:cs typeface="Times New Roman" panose="02020603050405020304" pitchFamily="18" charset="0"/>
              </a:rPr>
              <a:t>Leverage machine learning and modern technology to streamline the ratemaking process</a:t>
            </a:r>
          </a:p>
        </p:txBody>
      </p:sp>
    </p:spTree>
    <p:extLst>
      <p:ext uri="{BB962C8B-B14F-4D97-AF65-F5344CB8AC3E}">
        <p14:creationId xmlns:p14="http://schemas.microsoft.com/office/powerpoint/2010/main" val="111949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1000"/>
                                        <p:tgtEl>
                                          <p:spTgt spid="20"/>
                                        </p:tgtEl>
                                      </p:cBhvr>
                                    </p:animEffect>
                                    <p:anim calcmode="lin" valueType="num">
                                      <p:cBhvr>
                                        <p:cTn id="40" dur="1000" fill="hold"/>
                                        <p:tgtEl>
                                          <p:spTgt spid="20"/>
                                        </p:tgtEl>
                                        <p:attrNameLst>
                                          <p:attrName>ppt_x</p:attrName>
                                        </p:attrNameLst>
                                      </p:cBhvr>
                                      <p:tavLst>
                                        <p:tav tm="0">
                                          <p:val>
                                            <p:strVal val="#ppt_x"/>
                                          </p:val>
                                        </p:tav>
                                        <p:tav tm="100000">
                                          <p:val>
                                            <p:strVal val="#ppt_x"/>
                                          </p:val>
                                        </p:tav>
                                      </p:tavLst>
                                    </p:anim>
                                    <p:anim calcmode="lin" valueType="num">
                                      <p:cBhvr>
                                        <p:cTn id="41" dur="1000" fill="hold"/>
                                        <p:tgtEl>
                                          <p:spTgt spid="20"/>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1000"/>
                                        <p:tgtEl>
                                          <p:spTgt spid="24"/>
                                        </p:tgtEl>
                                      </p:cBhvr>
                                    </p:animEffect>
                                    <p:anim calcmode="lin" valueType="num">
                                      <p:cBhvr>
                                        <p:cTn id="45" dur="1000" fill="hold"/>
                                        <p:tgtEl>
                                          <p:spTgt spid="24"/>
                                        </p:tgtEl>
                                        <p:attrNameLst>
                                          <p:attrName>ppt_x</p:attrName>
                                        </p:attrNameLst>
                                      </p:cBhvr>
                                      <p:tavLst>
                                        <p:tav tm="0">
                                          <p:val>
                                            <p:strVal val="#ppt_x"/>
                                          </p:val>
                                        </p:tav>
                                        <p:tav tm="100000">
                                          <p:val>
                                            <p:strVal val="#ppt_x"/>
                                          </p:val>
                                        </p:tav>
                                      </p:tavLst>
                                    </p:anim>
                                    <p:anim calcmode="lin" valueType="num">
                                      <p:cBhvr>
                                        <p:cTn id="4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1000"/>
                                        <p:tgtEl>
                                          <p:spTgt spid="10"/>
                                        </p:tgtEl>
                                      </p:cBhvr>
                                    </p:animEffect>
                                    <p:anim calcmode="lin" valueType="num">
                                      <p:cBhvr>
                                        <p:cTn id="52" dur="1000" fill="hold"/>
                                        <p:tgtEl>
                                          <p:spTgt spid="10"/>
                                        </p:tgtEl>
                                        <p:attrNameLst>
                                          <p:attrName>ppt_x</p:attrName>
                                        </p:attrNameLst>
                                      </p:cBhvr>
                                      <p:tavLst>
                                        <p:tav tm="0">
                                          <p:val>
                                            <p:strVal val="#ppt_x"/>
                                          </p:val>
                                        </p:tav>
                                        <p:tav tm="100000">
                                          <p:val>
                                            <p:strVal val="#ppt_x"/>
                                          </p:val>
                                        </p:tav>
                                      </p:tavLst>
                                    </p:anim>
                                    <p:anim calcmode="lin" valueType="num">
                                      <p:cBhvr>
                                        <p:cTn id="53" dur="1000" fill="hold"/>
                                        <p:tgtEl>
                                          <p:spTgt spid="10"/>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1000"/>
                                        <p:tgtEl>
                                          <p:spTgt spid="21"/>
                                        </p:tgtEl>
                                      </p:cBhvr>
                                    </p:animEffect>
                                    <p:anim calcmode="lin" valueType="num">
                                      <p:cBhvr>
                                        <p:cTn id="62" dur="1000" fill="hold"/>
                                        <p:tgtEl>
                                          <p:spTgt spid="21"/>
                                        </p:tgtEl>
                                        <p:attrNameLst>
                                          <p:attrName>ppt_x</p:attrName>
                                        </p:attrNameLst>
                                      </p:cBhvr>
                                      <p:tavLst>
                                        <p:tav tm="0">
                                          <p:val>
                                            <p:strVal val="#ppt_x"/>
                                          </p:val>
                                        </p:tav>
                                        <p:tav tm="100000">
                                          <p:val>
                                            <p:strVal val="#ppt_x"/>
                                          </p:val>
                                        </p:tav>
                                      </p:tavLst>
                                    </p:anim>
                                    <p:anim calcmode="lin" valueType="num">
                                      <p:cBhvr>
                                        <p:cTn id="63" dur="1000" fill="hold"/>
                                        <p:tgtEl>
                                          <p:spTgt spid="21"/>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1000"/>
                                        <p:tgtEl>
                                          <p:spTgt spid="25"/>
                                        </p:tgtEl>
                                      </p:cBhvr>
                                    </p:animEffect>
                                    <p:anim calcmode="lin" valueType="num">
                                      <p:cBhvr>
                                        <p:cTn id="67" dur="1000" fill="hold"/>
                                        <p:tgtEl>
                                          <p:spTgt spid="25"/>
                                        </p:tgtEl>
                                        <p:attrNameLst>
                                          <p:attrName>ppt_x</p:attrName>
                                        </p:attrNameLst>
                                      </p:cBhvr>
                                      <p:tavLst>
                                        <p:tav tm="0">
                                          <p:val>
                                            <p:strVal val="#ppt_x"/>
                                          </p:val>
                                        </p:tav>
                                        <p:tav tm="100000">
                                          <p:val>
                                            <p:strVal val="#ppt_x"/>
                                          </p:val>
                                        </p:tav>
                                      </p:tavLst>
                                    </p:anim>
                                    <p:anim calcmode="lin" valueType="num">
                                      <p:cBhvr>
                                        <p:cTn id="6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1000"/>
                                        <p:tgtEl>
                                          <p:spTgt spid="14"/>
                                        </p:tgtEl>
                                      </p:cBhvr>
                                    </p:animEffect>
                                    <p:anim calcmode="lin" valueType="num">
                                      <p:cBhvr>
                                        <p:cTn id="74" dur="1000" fill="hold"/>
                                        <p:tgtEl>
                                          <p:spTgt spid="14"/>
                                        </p:tgtEl>
                                        <p:attrNameLst>
                                          <p:attrName>ppt_x</p:attrName>
                                        </p:attrNameLst>
                                      </p:cBhvr>
                                      <p:tavLst>
                                        <p:tav tm="0">
                                          <p:val>
                                            <p:strVal val="#ppt_x"/>
                                          </p:val>
                                        </p:tav>
                                        <p:tav tm="100000">
                                          <p:val>
                                            <p:strVal val="#ppt_x"/>
                                          </p:val>
                                        </p:tav>
                                      </p:tavLst>
                                    </p:anim>
                                    <p:anim calcmode="lin" valueType="num">
                                      <p:cBhvr>
                                        <p:cTn id="75" dur="1000" fill="hold"/>
                                        <p:tgtEl>
                                          <p:spTgt spid="14"/>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1000"/>
                                        <p:tgtEl>
                                          <p:spTgt spid="15"/>
                                        </p:tgtEl>
                                      </p:cBhvr>
                                    </p:animEffect>
                                    <p:anim calcmode="lin" valueType="num">
                                      <p:cBhvr>
                                        <p:cTn id="79" dur="1000" fill="hold"/>
                                        <p:tgtEl>
                                          <p:spTgt spid="15"/>
                                        </p:tgtEl>
                                        <p:attrNameLst>
                                          <p:attrName>ppt_x</p:attrName>
                                        </p:attrNameLst>
                                      </p:cBhvr>
                                      <p:tavLst>
                                        <p:tav tm="0">
                                          <p:val>
                                            <p:strVal val="#ppt_x"/>
                                          </p:val>
                                        </p:tav>
                                        <p:tav tm="100000">
                                          <p:val>
                                            <p:strVal val="#ppt_x"/>
                                          </p:val>
                                        </p:tav>
                                      </p:tavLst>
                                    </p:anim>
                                    <p:anim calcmode="lin" valueType="num">
                                      <p:cBhvr>
                                        <p:cTn id="80" dur="1000" fill="hold"/>
                                        <p:tgtEl>
                                          <p:spTgt spid="15"/>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1000"/>
                                        <p:tgtEl>
                                          <p:spTgt spid="22"/>
                                        </p:tgtEl>
                                      </p:cBhvr>
                                    </p:animEffect>
                                    <p:anim calcmode="lin" valueType="num">
                                      <p:cBhvr>
                                        <p:cTn id="84" dur="1000" fill="hold"/>
                                        <p:tgtEl>
                                          <p:spTgt spid="22"/>
                                        </p:tgtEl>
                                        <p:attrNameLst>
                                          <p:attrName>ppt_x</p:attrName>
                                        </p:attrNameLst>
                                      </p:cBhvr>
                                      <p:tavLst>
                                        <p:tav tm="0">
                                          <p:val>
                                            <p:strVal val="#ppt_x"/>
                                          </p:val>
                                        </p:tav>
                                        <p:tav tm="100000">
                                          <p:val>
                                            <p:strVal val="#ppt_x"/>
                                          </p:val>
                                        </p:tav>
                                      </p:tavLst>
                                    </p:anim>
                                    <p:anim calcmode="lin" valueType="num">
                                      <p:cBhvr>
                                        <p:cTn id="85" dur="1000" fill="hold"/>
                                        <p:tgtEl>
                                          <p:spTgt spid="22"/>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fade">
                                      <p:cBhvr>
                                        <p:cTn id="88" dur="1000"/>
                                        <p:tgtEl>
                                          <p:spTgt spid="26"/>
                                        </p:tgtEl>
                                      </p:cBhvr>
                                    </p:animEffect>
                                    <p:anim calcmode="lin" valueType="num">
                                      <p:cBhvr>
                                        <p:cTn id="89" dur="1000" fill="hold"/>
                                        <p:tgtEl>
                                          <p:spTgt spid="26"/>
                                        </p:tgtEl>
                                        <p:attrNameLst>
                                          <p:attrName>ppt_x</p:attrName>
                                        </p:attrNameLst>
                                      </p:cBhvr>
                                      <p:tavLst>
                                        <p:tav tm="0">
                                          <p:val>
                                            <p:strVal val="#ppt_x"/>
                                          </p:val>
                                        </p:tav>
                                        <p:tav tm="100000">
                                          <p:val>
                                            <p:strVal val="#ppt_x"/>
                                          </p:val>
                                        </p:tav>
                                      </p:tavLst>
                                    </p:anim>
                                    <p:anim calcmode="lin" valueType="num">
                                      <p:cBhvr>
                                        <p:cTn id="9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16"/>
                                        </p:tgtEl>
                                        <p:attrNameLst>
                                          <p:attrName>style.visibility</p:attrName>
                                        </p:attrNameLst>
                                      </p:cBhvr>
                                      <p:to>
                                        <p:strVal val="visible"/>
                                      </p:to>
                                    </p:set>
                                    <p:animEffect transition="in" filter="fade">
                                      <p:cBhvr>
                                        <p:cTn id="95" dur="1000"/>
                                        <p:tgtEl>
                                          <p:spTgt spid="16"/>
                                        </p:tgtEl>
                                      </p:cBhvr>
                                    </p:animEffect>
                                    <p:anim calcmode="lin" valueType="num">
                                      <p:cBhvr>
                                        <p:cTn id="96" dur="1000" fill="hold"/>
                                        <p:tgtEl>
                                          <p:spTgt spid="16"/>
                                        </p:tgtEl>
                                        <p:attrNameLst>
                                          <p:attrName>ppt_x</p:attrName>
                                        </p:attrNameLst>
                                      </p:cBhvr>
                                      <p:tavLst>
                                        <p:tav tm="0">
                                          <p:val>
                                            <p:strVal val="#ppt_x"/>
                                          </p:val>
                                        </p:tav>
                                        <p:tav tm="100000">
                                          <p:val>
                                            <p:strVal val="#ppt_x"/>
                                          </p:val>
                                        </p:tav>
                                      </p:tavLst>
                                    </p:anim>
                                    <p:anim calcmode="lin" valueType="num">
                                      <p:cBhvr>
                                        <p:cTn id="97" dur="1000" fill="hold"/>
                                        <p:tgtEl>
                                          <p:spTgt spid="1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17"/>
                                        </p:tgtEl>
                                        <p:attrNameLst>
                                          <p:attrName>style.visibility</p:attrName>
                                        </p:attrNameLst>
                                      </p:cBhvr>
                                      <p:to>
                                        <p:strVal val="visible"/>
                                      </p:to>
                                    </p:set>
                                    <p:animEffect transition="in" filter="fade">
                                      <p:cBhvr>
                                        <p:cTn id="100" dur="1000"/>
                                        <p:tgtEl>
                                          <p:spTgt spid="17"/>
                                        </p:tgtEl>
                                      </p:cBhvr>
                                    </p:animEffect>
                                    <p:anim calcmode="lin" valueType="num">
                                      <p:cBhvr>
                                        <p:cTn id="101" dur="1000" fill="hold"/>
                                        <p:tgtEl>
                                          <p:spTgt spid="17"/>
                                        </p:tgtEl>
                                        <p:attrNameLst>
                                          <p:attrName>ppt_x</p:attrName>
                                        </p:attrNameLst>
                                      </p:cBhvr>
                                      <p:tavLst>
                                        <p:tav tm="0">
                                          <p:val>
                                            <p:strVal val="#ppt_x"/>
                                          </p:val>
                                        </p:tav>
                                        <p:tav tm="100000">
                                          <p:val>
                                            <p:strVal val="#ppt_x"/>
                                          </p:val>
                                        </p:tav>
                                      </p:tavLst>
                                    </p:anim>
                                    <p:anim calcmode="lin" valueType="num">
                                      <p:cBhvr>
                                        <p:cTn id="102" dur="1000" fill="hold"/>
                                        <p:tgtEl>
                                          <p:spTgt spid="17"/>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1000"/>
                                        <p:tgtEl>
                                          <p:spTgt spid="23"/>
                                        </p:tgtEl>
                                      </p:cBhvr>
                                    </p:animEffect>
                                    <p:anim calcmode="lin" valueType="num">
                                      <p:cBhvr>
                                        <p:cTn id="106" dur="1000" fill="hold"/>
                                        <p:tgtEl>
                                          <p:spTgt spid="23"/>
                                        </p:tgtEl>
                                        <p:attrNameLst>
                                          <p:attrName>ppt_x</p:attrName>
                                        </p:attrNameLst>
                                      </p:cBhvr>
                                      <p:tavLst>
                                        <p:tav tm="0">
                                          <p:val>
                                            <p:strVal val="#ppt_x"/>
                                          </p:val>
                                        </p:tav>
                                        <p:tav tm="100000">
                                          <p:val>
                                            <p:strVal val="#ppt_x"/>
                                          </p:val>
                                        </p:tav>
                                      </p:tavLst>
                                    </p:anim>
                                    <p:anim calcmode="lin" valueType="num">
                                      <p:cBhvr>
                                        <p:cTn id="107" dur="1000" fill="hold"/>
                                        <p:tgtEl>
                                          <p:spTgt spid="23"/>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1000"/>
                                        <p:tgtEl>
                                          <p:spTgt spid="27"/>
                                        </p:tgtEl>
                                      </p:cBhvr>
                                    </p:animEffect>
                                    <p:anim calcmode="lin" valueType="num">
                                      <p:cBhvr>
                                        <p:cTn id="111" dur="1000" fill="hold"/>
                                        <p:tgtEl>
                                          <p:spTgt spid="27"/>
                                        </p:tgtEl>
                                        <p:attrNameLst>
                                          <p:attrName>ppt_x</p:attrName>
                                        </p:attrNameLst>
                                      </p:cBhvr>
                                      <p:tavLst>
                                        <p:tav tm="0">
                                          <p:val>
                                            <p:strVal val="#ppt_x"/>
                                          </p:val>
                                        </p:tav>
                                        <p:tav tm="100000">
                                          <p:val>
                                            <p:strVal val="#ppt_x"/>
                                          </p:val>
                                        </p:tav>
                                      </p:tavLst>
                                    </p:anim>
                                    <p:anim calcmode="lin" valueType="num">
                                      <p:cBhvr>
                                        <p:cTn id="112" dur="1000" fill="hold"/>
                                        <p:tgtEl>
                                          <p:spTgt spid="27"/>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4"/>
                                        </p:tgtEl>
                                        <p:attrNameLst>
                                          <p:attrName>style.visibility</p:attrName>
                                        </p:attrNameLst>
                                      </p:cBhvr>
                                      <p:to>
                                        <p:strVal val="visible"/>
                                      </p:to>
                                    </p:set>
                                    <p:animEffect transition="in" filter="fade">
                                      <p:cBhvr>
                                        <p:cTn id="115" dur="1000"/>
                                        <p:tgtEl>
                                          <p:spTgt spid="4"/>
                                        </p:tgtEl>
                                      </p:cBhvr>
                                    </p:animEffect>
                                    <p:anim calcmode="lin" valueType="num">
                                      <p:cBhvr>
                                        <p:cTn id="116" dur="1000" fill="hold"/>
                                        <p:tgtEl>
                                          <p:spTgt spid="4"/>
                                        </p:tgtEl>
                                        <p:attrNameLst>
                                          <p:attrName>ppt_x</p:attrName>
                                        </p:attrNameLst>
                                      </p:cBhvr>
                                      <p:tavLst>
                                        <p:tav tm="0">
                                          <p:val>
                                            <p:strVal val="#ppt_x"/>
                                          </p:val>
                                        </p:tav>
                                        <p:tav tm="100000">
                                          <p:val>
                                            <p:strVal val="#ppt_x"/>
                                          </p:val>
                                        </p:tav>
                                      </p:tavLst>
                                    </p:anim>
                                    <p:anim calcmode="lin" valueType="num">
                                      <p:cBhvr>
                                        <p:cTn id="117" dur="1000" fill="hold"/>
                                        <p:tgtEl>
                                          <p:spTgt spid="4"/>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30"/>
                                        </p:tgtEl>
                                        <p:attrNameLst>
                                          <p:attrName>style.visibility</p:attrName>
                                        </p:attrNameLst>
                                      </p:cBhvr>
                                      <p:to>
                                        <p:strVal val="visible"/>
                                      </p:to>
                                    </p:set>
                                    <p:animEffect transition="in" filter="fade">
                                      <p:cBhvr>
                                        <p:cTn id="120" dur="1000"/>
                                        <p:tgtEl>
                                          <p:spTgt spid="30"/>
                                        </p:tgtEl>
                                      </p:cBhvr>
                                    </p:animEffect>
                                    <p:anim calcmode="lin" valueType="num">
                                      <p:cBhvr>
                                        <p:cTn id="121" dur="1000" fill="hold"/>
                                        <p:tgtEl>
                                          <p:spTgt spid="30"/>
                                        </p:tgtEl>
                                        <p:attrNameLst>
                                          <p:attrName>ppt_x</p:attrName>
                                        </p:attrNameLst>
                                      </p:cBhvr>
                                      <p:tavLst>
                                        <p:tav tm="0">
                                          <p:val>
                                            <p:strVal val="#ppt_x"/>
                                          </p:val>
                                        </p:tav>
                                        <p:tav tm="100000">
                                          <p:val>
                                            <p:strVal val="#ppt_x"/>
                                          </p:val>
                                        </p:tav>
                                      </p:tavLst>
                                    </p:anim>
                                    <p:anim calcmode="lin" valueType="num">
                                      <p:cBhvr>
                                        <p:cTn id="122" dur="1000" fill="hold"/>
                                        <p:tgtEl>
                                          <p:spTgt spid="30"/>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31"/>
                                        </p:tgtEl>
                                        <p:attrNameLst>
                                          <p:attrName>style.visibility</p:attrName>
                                        </p:attrNameLst>
                                      </p:cBhvr>
                                      <p:to>
                                        <p:strVal val="visible"/>
                                      </p:to>
                                    </p:set>
                                    <p:animEffect transition="in" filter="fade">
                                      <p:cBhvr>
                                        <p:cTn id="125" dur="1000"/>
                                        <p:tgtEl>
                                          <p:spTgt spid="31"/>
                                        </p:tgtEl>
                                      </p:cBhvr>
                                    </p:animEffect>
                                    <p:anim calcmode="lin" valueType="num">
                                      <p:cBhvr>
                                        <p:cTn id="126" dur="1000" fill="hold"/>
                                        <p:tgtEl>
                                          <p:spTgt spid="31"/>
                                        </p:tgtEl>
                                        <p:attrNameLst>
                                          <p:attrName>ppt_x</p:attrName>
                                        </p:attrNameLst>
                                      </p:cBhvr>
                                      <p:tavLst>
                                        <p:tav tm="0">
                                          <p:val>
                                            <p:strVal val="#ppt_x"/>
                                          </p:val>
                                        </p:tav>
                                        <p:tav tm="100000">
                                          <p:val>
                                            <p:strVal val="#ppt_x"/>
                                          </p:val>
                                        </p:tav>
                                      </p:tavLst>
                                    </p:anim>
                                    <p:anim calcmode="lin" valueType="num">
                                      <p:cBhvr>
                                        <p:cTn id="12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4" grpId="0" animBg="1"/>
      <p:bldP spid="30"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4AD18-2E23-06F8-CAA4-DB619971221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B581405-032B-2D9F-8CEF-6A25024423CE}"/>
              </a:ext>
            </a:extLst>
          </p:cNvPr>
          <p:cNvSpPr/>
          <p:nvPr/>
        </p:nvSpPr>
        <p:spPr bwMode="auto">
          <a:xfrm>
            <a:off x="466727" y="457200"/>
            <a:ext cx="5634038" cy="5829300"/>
          </a:xfrm>
          <a:prstGeom prst="rect">
            <a:avLst/>
          </a:prstGeom>
          <a:solidFill>
            <a:schemeClr val="accent1"/>
          </a:solidFill>
          <a:ln>
            <a:noFill/>
          </a:ln>
          <a:effectLst/>
        </p:spPr>
        <p:txBody>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Placeholder</a:t>
            </a:r>
            <a:endParaRPr kumimoji="0" lang="en-US" sz="2400" b="0" i="0" u="none" strike="noStrike" kern="1200" cap="none" spc="0" normalizeH="0" baseline="0" noProof="0" dirty="0">
              <a:ln>
                <a:noFill/>
              </a:ln>
              <a:solidFill>
                <a:srgbClr val="FFFFFF"/>
              </a:solidFill>
              <a:effectLst/>
              <a:uLnTx/>
              <a:uFillTx/>
              <a:latin typeface="Arial" panose="020B0604020202020204"/>
              <a:ea typeface="Roboto" panose="02000000000000000000" pitchFamily="2" charset="0"/>
              <a:cs typeface="Roboto" panose="02000000000000000000" pitchFamily="2" charset="0"/>
            </a:endParaRPr>
          </a:p>
        </p:txBody>
      </p:sp>
      <p:sp>
        <p:nvSpPr>
          <p:cNvPr id="7" name="Title 6">
            <a:extLst>
              <a:ext uri="{FF2B5EF4-FFF2-40B4-BE49-F238E27FC236}">
                <a16:creationId xmlns:a16="http://schemas.microsoft.com/office/drawing/2014/main" id="{6AAD7E69-1469-33FA-AD38-0E7AFF24AFB0}"/>
              </a:ext>
            </a:extLst>
          </p:cNvPr>
          <p:cNvSpPr>
            <a:spLocks noGrp="1"/>
          </p:cNvSpPr>
          <p:nvPr>
            <p:ph type="title"/>
          </p:nvPr>
        </p:nvSpPr>
        <p:spPr>
          <a:xfrm>
            <a:off x="457198" y="2275841"/>
            <a:ext cx="5634037" cy="1153160"/>
          </a:xfrm>
        </p:spPr>
        <p:txBody>
          <a:bodyPr lIns="0" tIns="0" rIns="0" anchor="ctr"/>
          <a:lstStyle/>
          <a:p>
            <a:pPr algn="ctr">
              <a:spcAft>
                <a:spcPts val="1200"/>
              </a:spcAft>
            </a:pPr>
            <a:r>
              <a:rPr lang="en-US" sz="4400" dirty="0">
                <a:solidFill>
                  <a:schemeClr val="bg1"/>
                </a:solidFill>
              </a:rPr>
              <a:t>Collaborative Exercise</a:t>
            </a:r>
            <a:endParaRPr lang="en-US" dirty="0">
              <a:solidFill>
                <a:schemeClr val="bg1"/>
              </a:solidFill>
              <a:latin typeface="+mj-lt"/>
            </a:endParaRPr>
          </a:p>
        </p:txBody>
      </p:sp>
      <p:sp>
        <p:nvSpPr>
          <p:cNvPr id="2" name="Slide Number Placeholder 1">
            <a:extLst>
              <a:ext uri="{FF2B5EF4-FFF2-40B4-BE49-F238E27FC236}">
                <a16:creationId xmlns:a16="http://schemas.microsoft.com/office/drawing/2014/main" id="{36C53E37-EB11-CDB2-FEB6-2456559B9878}"/>
              </a:ext>
            </a:extLst>
          </p:cNvPr>
          <p:cNvSpPr>
            <a:spLocks noGrp="1"/>
          </p:cNvSpPr>
          <p:nvPr>
            <p:ph type="sldNum" sz="quarter" idx="18"/>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
        <p:nvSpPr>
          <p:cNvPr id="3" name="Footer Placeholder 2">
            <a:extLst>
              <a:ext uri="{FF2B5EF4-FFF2-40B4-BE49-F238E27FC236}">
                <a16:creationId xmlns:a16="http://schemas.microsoft.com/office/drawing/2014/main" id="{0BFF28C3-41FC-891F-1DE7-E7567F2C5966}"/>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endParaRPr kumimoji="0" lang="en-US" sz="600" b="0" i="0" u="none" strike="noStrike" kern="1200" cap="none" spc="0" normalizeH="0" baseline="0" noProof="0" dirty="0">
              <a:ln>
                <a:noFill/>
              </a:ln>
              <a:solidFill>
                <a:srgbClr val="000000"/>
              </a:solidFill>
              <a:effectLst/>
              <a:uLnTx/>
              <a:uFillTx/>
              <a:latin typeface="Arial" panose="020B0604020202020204"/>
              <a:ea typeface="Roboto" panose="02000000000000000000" pitchFamily="2" charset="0"/>
            </a:endParaRPr>
          </a:p>
        </p:txBody>
      </p:sp>
      <p:pic>
        <p:nvPicPr>
          <p:cNvPr id="9" name="Picture Placeholder 8" descr="Group of standing people looking at whiteboard on classroom wall, man wearing glasses holding whiteboard marker and writing">
            <a:extLst>
              <a:ext uri="{FF2B5EF4-FFF2-40B4-BE49-F238E27FC236}">
                <a16:creationId xmlns:a16="http://schemas.microsoft.com/office/drawing/2014/main" id="{A70CE39C-F5C9-9914-1D59-8A0BC8316ABB}"/>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7751" r="17751"/>
          <a:stretch/>
        </p:blipFill>
        <p:spPr>
          <a:xfrm flipH="1">
            <a:off x="6096000" y="457200"/>
            <a:ext cx="5634038" cy="5829300"/>
          </a:xfrm>
          <a:prstGeom prst="rect">
            <a:avLst/>
          </a:prstGeom>
        </p:spPr>
      </p:pic>
      <p:sp>
        <p:nvSpPr>
          <p:cNvPr id="4" name="Oval 3">
            <a:extLst>
              <a:ext uri="{FF2B5EF4-FFF2-40B4-BE49-F238E27FC236}">
                <a16:creationId xmlns:a16="http://schemas.microsoft.com/office/drawing/2014/main" id="{2100565B-0AD7-BC86-DBAC-C2096FF1EACC}"/>
              </a:ext>
            </a:extLst>
          </p:cNvPr>
          <p:cNvSpPr/>
          <p:nvPr/>
        </p:nvSpPr>
        <p:spPr bwMode="auto">
          <a:xfrm>
            <a:off x="2515013" y="4422217"/>
            <a:ext cx="1518405" cy="1492642"/>
          </a:xfrm>
          <a:prstGeom prst="ellipse">
            <a:avLst/>
          </a:prstGeom>
          <a:solidFill>
            <a:srgbClr val="C2A8F0"/>
          </a:solidFill>
          <a:ln>
            <a:noFill/>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0000"/>
                </a:solidFill>
                <a:effectLst/>
                <a:highlight>
                  <a:srgbClr val="FFFF00"/>
                </a:highlight>
                <a:uLnTx/>
                <a:uFillTx/>
                <a:latin typeface="Arial" panose="020B0604020202020204"/>
                <a:ea typeface="Roboto" panose="02000000000000000000" pitchFamily="2" charset="0"/>
                <a:cs typeface="Roboto" panose="02000000000000000000" pitchFamily="2" charset="0"/>
              </a:rPr>
              <a:t>Relativity Analysis</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dirty="0">
                <a:ln>
                  <a:noFill/>
                </a:ln>
                <a:solidFill>
                  <a:srgbClr val="000000"/>
                </a:solidFill>
                <a:effectLst/>
                <a:highlight>
                  <a:srgbClr val="FFFF00"/>
                </a:highlight>
                <a:uLnTx/>
                <a:uFillTx/>
                <a:latin typeface="Arial" panose="020B0604020202020204"/>
                <a:ea typeface="Roboto" panose="02000000000000000000" pitchFamily="2" charset="0"/>
                <a:cs typeface="Roboto" panose="02000000000000000000" pitchFamily="2" charset="0"/>
              </a:rPr>
              <a:t>Leverage Radar to efficiently conduct relativity analysis</a:t>
            </a:r>
          </a:p>
        </p:txBody>
      </p:sp>
    </p:spTree>
    <p:extLst>
      <p:ext uri="{BB962C8B-B14F-4D97-AF65-F5344CB8AC3E}">
        <p14:creationId xmlns:p14="http://schemas.microsoft.com/office/powerpoint/2010/main" val="2103765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16ED4-85A8-CCBB-A9BB-E623E10C6A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C97727E-1D95-8A6E-07DB-1C18AA2A30C6}"/>
              </a:ext>
            </a:extLst>
          </p:cNvPr>
          <p:cNvSpPr>
            <a:spLocks noGrp="1"/>
          </p:cNvSpPr>
          <p:nvPr>
            <p:ph type="title"/>
          </p:nvPr>
        </p:nvSpPr>
        <p:spPr/>
        <p:txBody>
          <a:bodyPr/>
          <a:lstStyle/>
          <a:p>
            <a:r>
              <a:rPr lang="en-US" b="1" dirty="0">
                <a:latin typeface="Aptos" panose="020B0004020202020204" pitchFamily="34" charset="0"/>
              </a:rPr>
              <a:t>Q&amp;A</a:t>
            </a:r>
          </a:p>
        </p:txBody>
      </p:sp>
      <p:sp>
        <p:nvSpPr>
          <p:cNvPr id="4" name="Footer Placeholder 3">
            <a:extLst>
              <a:ext uri="{FF2B5EF4-FFF2-40B4-BE49-F238E27FC236}">
                <a16:creationId xmlns:a16="http://schemas.microsoft.com/office/drawing/2014/main" id="{308F2414-4C4E-58C4-E235-E6B5A6535C0A}"/>
              </a:ext>
            </a:extLst>
          </p:cNvPr>
          <p:cNvSpPr>
            <a:spLocks noGrp="1"/>
          </p:cNvSpPr>
          <p:nvPr>
            <p:ph type="ftr" sz="quarter" idx="10"/>
          </p:nvPr>
        </p:nvSpPr>
        <p:spPr/>
        <p:txBody>
          <a:bodyPr/>
          <a:lstStyle/>
          <a:p>
            <a:pPr marL="0" marR="0" lvl="6"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Arial" panose="020B0604020202020204"/>
                <a:ea typeface="Roboto" panose="02000000000000000000" pitchFamily="2" charset="0"/>
              </a:rPr>
              <a:t>© 2026 WTW. Proprietary and confidential. For WTW and WTW client use only.</a:t>
            </a:r>
          </a:p>
        </p:txBody>
      </p:sp>
      <p:sp>
        <p:nvSpPr>
          <p:cNvPr id="3" name="Slide Number Placeholder 1">
            <a:extLst>
              <a:ext uri="{FF2B5EF4-FFF2-40B4-BE49-F238E27FC236}">
                <a16:creationId xmlns:a16="http://schemas.microsoft.com/office/drawing/2014/main" id="{85AF639A-112C-B4DB-803E-ED36735D077D}"/>
              </a:ext>
            </a:extLst>
          </p:cNvPr>
          <p:cNvSpPr txBox="1">
            <a:spLocks/>
          </p:cNvSpPr>
          <p:nvPr/>
        </p:nvSpPr>
        <p:spPr>
          <a:xfrm>
            <a:off x="11427675" y="6437376"/>
            <a:ext cx="306387" cy="208758"/>
          </a:xfrm>
          <a:prstGeom prst="rect">
            <a:avLst/>
          </a:prstGeom>
        </p:spPr>
        <p:txBody>
          <a:bodyPr vert="horz" lIns="0" tIns="0" rIns="0" bIns="0" rtlCol="0" anchor="b" anchorCtr="0"/>
          <a:lstStyle>
            <a:defPPr>
              <a:defRPr lang="en-US"/>
            </a:defPPr>
            <a:lvl1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1pPr>
            <a:lvl2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2pPr>
            <a:lvl3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3pPr>
            <a:lvl4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4pPr>
            <a:lvl5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5pPr>
            <a:lvl6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6pPr>
            <a:lvl7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7pPr>
            <a:lvl8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8pPr>
            <a:lvl9pPr marL="0" algn="r" defTabSz="914400" rtl="0" eaLnBrk="1" latinLnBrk="0" hangingPunct="1">
              <a:defRPr sz="900" b="0" i="0" kern="1200">
                <a:solidFill>
                  <a:schemeClr val="tx1"/>
                </a:solidFill>
                <a:latin typeface="+mn-lt"/>
                <a:ea typeface="Verdana" panose="020B0604030504040204" pitchFamily="34" charset="0"/>
                <a:cs typeface="Verdana" panose="020B060403050404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3DCA5C9-2E11-4C67-86EB-AE1DE127DC64}" type="slidenum">
              <a:rPr kumimoji="0" lang="en-US" sz="900" b="0" i="0" u="none" strike="noStrike" kern="1200" cap="none" spc="0" normalizeH="0" baseline="0" noProof="0" smtClean="0">
                <a:ln>
                  <a:noFill/>
                </a:ln>
                <a:solidFill>
                  <a:srgbClr val="000000"/>
                </a:solidFill>
                <a:effectLst/>
                <a:uLnTx/>
                <a:uFillTx/>
                <a:latin typeface="Arial" panose="020B0604020202020204"/>
                <a:ea typeface="Verdana" panose="020B060403050404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000000"/>
              </a:solidFill>
              <a:effectLst/>
              <a:uLnTx/>
              <a:uFillTx/>
              <a:latin typeface="Arial" panose="020B0604020202020204"/>
              <a:ea typeface="Verdana" panose="020B0604030504040204" pitchFamily="34" charset="0"/>
            </a:endParaRPr>
          </a:p>
        </p:txBody>
      </p:sp>
    </p:spTree>
    <p:extLst>
      <p:ext uri="{BB962C8B-B14F-4D97-AF65-F5344CB8AC3E}">
        <p14:creationId xmlns:p14="http://schemas.microsoft.com/office/powerpoint/2010/main" val="181056906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A_WATERMARK" val="SA_WATERMARK"/>
</p:tagLst>
</file>

<file path=ppt/tags/tag2.xml><?xml version="1.0" encoding="utf-8"?>
<p:tagLst xmlns:a="http://schemas.openxmlformats.org/drawingml/2006/main" xmlns:r="http://schemas.openxmlformats.org/officeDocument/2006/relationships" xmlns:p="http://schemas.openxmlformats.org/presentationml/2006/main">
  <p:tag name="SA_WATERMARK" val="SA_WATERMARK"/>
</p:tagLst>
</file>

<file path=ppt/tags/tag3.xml><?xml version="1.0" encoding="utf-8"?>
<p:tagLst xmlns:a="http://schemas.openxmlformats.org/drawingml/2006/main" xmlns:r="http://schemas.openxmlformats.org/officeDocument/2006/relationships" xmlns:p="http://schemas.openxmlformats.org/presentationml/2006/main">
  <p:tag name="SA_WATERMARK" val="SA_WATERMARK"/>
</p:tagLst>
</file>

<file path=ppt/tags/tag4.xml><?xml version="1.0" encoding="utf-8"?>
<p:tagLst xmlns:a="http://schemas.openxmlformats.org/drawingml/2006/main" xmlns:r="http://schemas.openxmlformats.org/officeDocument/2006/relationships" xmlns:p="http://schemas.openxmlformats.org/presentationml/2006/main">
  <p:tag name="SA_SHORTNAME" val="Covers"/>
  <p:tag name="SA_DIALOGNAME" val="Title with image and graphics"/>
</p:tagLst>
</file>

<file path=ppt/tags/tag5.xml><?xml version="1.0" encoding="utf-8"?>
<p:tagLst xmlns:a="http://schemas.openxmlformats.org/drawingml/2006/main" xmlns:r="http://schemas.openxmlformats.org/officeDocument/2006/relationships" xmlns:p="http://schemas.openxmlformats.org/presentationml/2006/main">
  <p:tag name="SA_DELETETEXT" val="YES"/>
</p:tagLst>
</file>

<file path=ppt/tags/tag6.xml><?xml version="1.0" encoding="utf-8"?>
<p:tagLst xmlns:a="http://schemas.openxmlformats.org/drawingml/2006/main" xmlns:r="http://schemas.openxmlformats.org/officeDocument/2006/relationships" xmlns:p="http://schemas.openxmlformats.org/presentationml/2006/main">
  <p:tag name="SA_DELETETEXT" val="YES"/>
</p:tagLst>
</file>

<file path=ppt/tags/tag7.xml><?xml version="1.0" encoding="utf-8"?>
<p:tagLst xmlns:a="http://schemas.openxmlformats.org/drawingml/2006/main" xmlns:r="http://schemas.openxmlformats.org/officeDocument/2006/relationships" xmlns:p="http://schemas.openxmlformats.org/presentationml/2006/main">
  <p:tag name="SA_DELETETEXT" val="YES"/>
</p:tagLst>
</file>

<file path=ppt/tags/tag8.xml><?xml version="1.0" encoding="utf-8"?>
<p:tagLst xmlns:a="http://schemas.openxmlformats.org/drawingml/2006/main" xmlns:r="http://schemas.openxmlformats.org/officeDocument/2006/relationships" xmlns:p="http://schemas.openxmlformats.org/presentationml/2006/main">
  <p:tag name="SA_DELETETEXT" val="YES"/>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randed Template">
  <a:themeElements>
    <a:clrScheme name="WTW">
      <a:dk1>
        <a:srgbClr val="000000"/>
      </a:dk1>
      <a:lt1>
        <a:srgbClr val="FFFFFF"/>
      </a:lt1>
      <a:dk2>
        <a:srgbClr val="7F34B2"/>
      </a:dk2>
      <a:lt2>
        <a:srgbClr val="E6E6E6"/>
      </a:lt2>
      <a:accent1>
        <a:srgbClr val="48086F"/>
      </a:accent1>
      <a:accent2>
        <a:srgbClr val="C900AC"/>
      </a:accent2>
      <a:accent3>
        <a:srgbClr val="F6517F"/>
      </a:accent3>
      <a:accent4>
        <a:srgbClr val="FF8204"/>
      </a:accent4>
      <a:accent5>
        <a:srgbClr val="FFB92A"/>
      </a:accent5>
      <a:accent6>
        <a:srgbClr val="3ADCC9"/>
      </a:accent6>
      <a:hlink>
        <a:srgbClr val="7F34B2"/>
      </a:hlink>
      <a:folHlink>
        <a:srgbClr val="7F34B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defPPr algn="ctr">
          <a:defRPr sz="1600" b="0" i="0">
            <a:solidFill>
              <a:schemeClr val="bg1"/>
            </a:solidFill>
            <a:latin typeface="+mn-lt"/>
            <a:ea typeface="Roboto" panose="02000000000000000000" pitchFamily="2" charset="0"/>
            <a:cs typeface="Roboto" panose="02000000000000000000" pitchFamily="2" charset="0"/>
          </a:defRPr>
        </a:defPPr>
      </a:lstStyle>
    </a:spDef>
    <a:txDef>
      <a:spPr>
        <a:noFill/>
      </a:spPr>
      <a:bodyPr wrap="square" lIns="0" tIns="91440" rIns="0" bIns="0" rtlCol="0">
        <a:normAutofit/>
      </a:bodyPr>
      <a:lstStyle>
        <a:defPPr marL="0" indent="-3657600" algn="l">
          <a:spcAft>
            <a:spcPts val="600"/>
          </a:spcAft>
          <a:defRPr sz="1600" b="0" i="0">
            <a:solidFill>
              <a:schemeClr val="tx2"/>
            </a:solidFill>
            <a:latin typeface="+mn-lt"/>
            <a:ea typeface="Roboto" panose="02000000000000000000" pitchFamily="2"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wtw_ppt_16x9_template_and_guidance_032222.potx" id="{3904CB07-895B-4C71-A8A0-29376BE39101}" vid="{101ED192-E23F-4FAE-971C-279FF356645C}"/>
    </a:ext>
  </a:extLst>
</a:theme>
</file>

<file path=ppt/theme/theme2.xml><?xml version="1.0" encoding="utf-8"?>
<a:theme xmlns:a="http://schemas.openxmlformats.org/drawingml/2006/main" name="WTW Brand Template">
  <a:themeElements>
    <a:clrScheme name="Custom 37">
      <a:dk1>
        <a:srgbClr val="000000"/>
      </a:dk1>
      <a:lt1>
        <a:srgbClr val="FFFFFF"/>
      </a:lt1>
      <a:dk2>
        <a:srgbClr val="7F35B2"/>
      </a:dk2>
      <a:lt2>
        <a:srgbClr val="E6E6E6"/>
      </a:lt2>
      <a:accent1>
        <a:srgbClr val="48086F"/>
      </a:accent1>
      <a:accent2>
        <a:srgbClr val="C900AC"/>
      </a:accent2>
      <a:accent3>
        <a:srgbClr val="F6517F"/>
      </a:accent3>
      <a:accent4>
        <a:srgbClr val="FF8204"/>
      </a:accent4>
      <a:accent5>
        <a:srgbClr val="FFB92A"/>
      </a:accent5>
      <a:accent6>
        <a:srgbClr val="3ADCC9"/>
      </a:accent6>
      <a:hlink>
        <a:srgbClr val="7F34B2"/>
      </a:hlink>
      <a:folHlink>
        <a:srgbClr val="48086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defPPr algn="ctr">
          <a:defRPr sz="1600" b="0" i="0">
            <a:solidFill>
              <a:schemeClr val="bg1"/>
            </a:solidFill>
            <a:latin typeface="+mn-lt"/>
            <a:ea typeface="Roboto" panose="02000000000000000000" pitchFamily="2" charset="0"/>
            <a:cs typeface="Roboto" panose="02000000000000000000" pitchFamily="2" charset="0"/>
          </a:defRPr>
        </a:defPPr>
      </a:lstStyle>
    </a:spDef>
    <a:txDef>
      <a:spPr>
        <a:noFill/>
      </a:spPr>
      <a:bodyPr wrap="square" lIns="0" tIns="91440" rIns="0" bIns="0" rtlCol="0">
        <a:normAutofit/>
      </a:bodyPr>
      <a:lstStyle>
        <a:defPPr marL="0" indent="-3657600" algn="l">
          <a:spcAft>
            <a:spcPts val="600"/>
          </a:spcAft>
          <a:defRPr sz="1600" b="0" i="0">
            <a:solidFill>
              <a:schemeClr val="tx2"/>
            </a:solidFill>
            <a:latin typeface="+mn-lt"/>
            <a:ea typeface="Roboto" panose="02000000000000000000" pitchFamily="2" charset="0"/>
            <a:cs typeface="Times New Roman" panose="02020603050405020304" pitchFamily="18" charset="0"/>
          </a:defRPr>
        </a:defPPr>
      </a:lstStyle>
    </a:txDef>
  </a:objectDefaults>
  <a:extraClrSchemeLst/>
  <a:custClrLst>
    <a:custClr name="Ultraviolet">
      <a:srgbClr val="7F35B2"/>
    </a:custClr>
    <a:custClr name="Black">
      <a:srgbClr val="000000"/>
    </a:custClr>
    <a:custClr name="White">
      <a:srgbClr val="FFFFFF"/>
    </a:custClr>
    <a:custClr name="Gray Matter Light">
      <a:srgbClr val="E6E6E6"/>
    </a:custClr>
    <a:custClr name="Gray Matter">
      <a:srgbClr val="BFBFBF"/>
    </a:custClr>
    <a:custClr name="Gray Matter Dark">
      <a:srgbClr val="808080"/>
    </a:custClr>
    <a:custClr name="White">
      <a:srgbClr val="FFFFFF"/>
    </a:custClr>
    <a:custClr name="White">
      <a:srgbClr val="FFFFFF"/>
    </a:custClr>
    <a:custClr name="White">
      <a:srgbClr val="FFFFFF"/>
    </a:custClr>
    <a:custClr name="White">
      <a:srgbClr val="FFFFFF"/>
    </a:custClr>
    <a:custClr name="Ultraviolet Dark">
      <a:srgbClr val="48086F"/>
    </a:custClr>
    <a:custClr name="Fireworks">
      <a:srgbClr val="C900AC"/>
    </a:custClr>
    <a:custClr name="Coral Reef">
      <a:srgbClr val="F6517F"/>
    </a:custClr>
    <a:custClr name="Mandarin">
      <a:srgbClr val="FF8204"/>
    </a:custClr>
    <a:custClr name="Submarine">
      <a:srgbClr val="FFB92A"/>
    </a:custClr>
    <a:custClr name="Infinity">
      <a:srgbClr val="3ADCC9"/>
    </a:custClr>
    <a:custClr name="Stratosphere">
      <a:srgbClr val="327FEF"/>
    </a:custClr>
    <a:custClr name="White">
      <a:srgbClr val="FFFFFF"/>
    </a:custClr>
    <a:custClr name="White">
      <a:srgbClr val="FFFFFF"/>
    </a:custClr>
    <a:custClr name="White">
      <a:srgbClr val="FFFFFF"/>
    </a:custClr>
    <a:custClr name="Ultraviolet Light">
      <a:srgbClr val="C2A8F0"/>
    </a:custClr>
    <a:custClr name="Fireworks Light">
      <a:srgbClr val="E377DC"/>
    </a:custClr>
    <a:custClr name="Coral Reef Light">
      <a:srgbClr val="FFA3C2"/>
    </a:custClr>
    <a:custClr name="Mandarin Light">
      <a:srgbClr val="FFBFAC"/>
    </a:custClr>
    <a:custClr name="Submarine Light">
      <a:srgbClr val="F8E19A"/>
    </a:custClr>
    <a:custClr name="Infinity Light">
      <a:srgbClr val="A8E8E2"/>
    </a:custClr>
    <a:custClr name="Stratosphere Light">
      <a:srgbClr val="C3D7FE"/>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WTW" id="{756DFD34-E9ED-4AB7-BA7A-7E7C908406BA}" vid="{44BA676E-C765-403B-8EB5-68DCEE11A41B}"/>
    </a:ext>
  </a:extLst>
</a:theme>
</file>

<file path=ppt/theme/theme3.xml><?xml version="1.0" encoding="utf-8"?>
<a:theme xmlns:a="http://schemas.openxmlformats.org/drawingml/2006/main" name="1_WTW Brand Template">
  <a:themeElements>
    <a:clrScheme name="Custom 37">
      <a:dk1>
        <a:srgbClr val="000000"/>
      </a:dk1>
      <a:lt1>
        <a:srgbClr val="FFFFFF"/>
      </a:lt1>
      <a:dk2>
        <a:srgbClr val="7F35B2"/>
      </a:dk2>
      <a:lt2>
        <a:srgbClr val="E6E6E6"/>
      </a:lt2>
      <a:accent1>
        <a:srgbClr val="48086F"/>
      </a:accent1>
      <a:accent2>
        <a:srgbClr val="C900AC"/>
      </a:accent2>
      <a:accent3>
        <a:srgbClr val="F6517F"/>
      </a:accent3>
      <a:accent4>
        <a:srgbClr val="FF8204"/>
      </a:accent4>
      <a:accent5>
        <a:srgbClr val="FFB92A"/>
      </a:accent5>
      <a:accent6>
        <a:srgbClr val="3ADCC9"/>
      </a:accent6>
      <a:hlink>
        <a:srgbClr val="7F34B2"/>
      </a:hlink>
      <a:folHlink>
        <a:srgbClr val="48086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defPPr algn="ctr">
          <a:defRPr sz="1600" b="0" i="0">
            <a:solidFill>
              <a:schemeClr val="bg1"/>
            </a:solidFill>
            <a:latin typeface="+mn-lt"/>
            <a:ea typeface="Roboto" panose="02000000000000000000" pitchFamily="2" charset="0"/>
            <a:cs typeface="Roboto" panose="02000000000000000000" pitchFamily="2" charset="0"/>
          </a:defRPr>
        </a:defPPr>
      </a:lstStyle>
    </a:spDef>
    <a:txDef>
      <a:spPr>
        <a:noFill/>
      </a:spPr>
      <a:bodyPr wrap="square" lIns="0" tIns="91440" rIns="0" bIns="0" rtlCol="0">
        <a:normAutofit/>
      </a:bodyPr>
      <a:lstStyle>
        <a:defPPr marL="0" indent="-3657600" algn="l">
          <a:spcAft>
            <a:spcPts val="600"/>
          </a:spcAft>
          <a:defRPr sz="1600" b="0" i="0">
            <a:solidFill>
              <a:schemeClr val="tx2"/>
            </a:solidFill>
            <a:latin typeface="+mn-lt"/>
            <a:ea typeface="Roboto" panose="02000000000000000000" pitchFamily="2" charset="0"/>
            <a:cs typeface="Times New Roman" panose="02020603050405020304" pitchFamily="18" charset="0"/>
          </a:defRPr>
        </a:defPPr>
      </a:lstStyle>
    </a:txDef>
  </a:objectDefaults>
  <a:extraClrSchemeLst/>
  <a:custClrLst>
    <a:custClr name="Ultraviolet">
      <a:srgbClr val="7F35B2"/>
    </a:custClr>
    <a:custClr name="Black">
      <a:srgbClr val="000000"/>
    </a:custClr>
    <a:custClr name="White">
      <a:srgbClr val="FFFFFF"/>
    </a:custClr>
    <a:custClr name="Gray Matter Light">
      <a:srgbClr val="E6E6E6"/>
    </a:custClr>
    <a:custClr name="Gray Matter">
      <a:srgbClr val="BFBFBF"/>
    </a:custClr>
    <a:custClr name="Gray Matter Dark">
      <a:srgbClr val="808080"/>
    </a:custClr>
    <a:custClr name="White">
      <a:srgbClr val="FFFFFF"/>
    </a:custClr>
    <a:custClr name="White">
      <a:srgbClr val="FFFFFF"/>
    </a:custClr>
    <a:custClr name="White">
      <a:srgbClr val="FFFFFF"/>
    </a:custClr>
    <a:custClr name="White">
      <a:srgbClr val="FFFFFF"/>
    </a:custClr>
    <a:custClr name="Ultraviolet Dark">
      <a:srgbClr val="48086F"/>
    </a:custClr>
    <a:custClr name="Fireworks">
      <a:srgbClr val="C900AC"/>
    </a:custClr>
    <a:custClr name="Coral Reef">
      <a:srgbClr val="F6517F"/>
    </a:custClr>
    <a:custClr name="Mandarin">
      <a:srgbClr val="FF8204"/>
    </a:custClr>
    <a:custClr name="Submarine">
      <a:srgbClr val="FFB92A"/>
    </a:custClr>
    <a:custClr name="Infinity">
      <a:srgbClr val="3ADCC9"/>
    </a:custClr>
    <a:custClr name="Stratosphere">
      <a:srgbClr val="327FEF"/>
    </a:custClr>
    <a:custClr name="White">
      <a:srgbClr val="FFFFFF"/>
    </a:custClr>
    <a:custClr name="White">
      <a:srgbClr val="FFFFFF"/>
    </a:custClr>
    <a:custClr name="White">
      <a:srgbClr val="FFFFFF"/>
    </a:custClr>
    <a:custClr name="Ultraviolet Light">
      <a:srgbClr val="C2A8F0"/>
    </a:custClr>
    <a:custClr name="Fireworks Light">
      <a:srgbClr val="E377DC"/>
    </a:custClr>
    <a:custClr name="Coral Reef Light">
      <a:srgbClr val="FFA3C2"/>
    </a:custClr>
    <a:custClr name="Mandarin Light">
      <a:srgbClr val="FFBFAC"/>
    </a:custClr>
    <a:custClr name="Submarine Light">
      <a:srgbClr val="F8E19A"/>
    </a:custClr>
    <a:custClr name="Infinity Light">
      <a:srgbClr val="A8E8E2"/>
    </a:custClr>
    <a:custClr name="Stratosphere Light">
      <a:srgbClr val="C3D7FE"/>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WTW" id="{756DFD34-E9ED-4AB7-BA7A-7E7C908406BA}" vid="{44BA676E-C765-403B-8EB5-68DCEE11A41B}"/>
    </a:ext>
  </a:extLst>
</a:theme>
</file>

<file path=ppt/theme/theme4.xml><?xml version="1.0" encoding="utf-8"?>
<a:theme xmlns:a="http://schemas.openxmlformats.org/drawingml/2006/main" name="2_WTW Brand Template">
  <a:themeElements>
    <a:clrScheme name="Custom 37">
      <a:dk1>
        <a:srgbClr val="000000"/>
      </a:dk1>
      <a:lt1>
        <a:srgbClr val="FFFFFF"/>
      </a:lt1>
      <a:dk2>
        <a:srgbClr val="7F35B2"/>
      </a:dk2>
      <a:lt2>
        <a:srgbClr val="E6E6E6"/>
      </a:lt2>
      <a:accent1>
        <a:srgbClr val="48086F"/>
      </a:accent1>
      <a:accent2>
        <a:srgbClr val="C900AC"/>
      </a:accent2>
      <a:accent3>
        <a:srgbClr val="F6517F"/>
      </a:accent3>
      <a:accent4>
        <a:srgbClr val="FF8204"/>
      </a:accent4>
      <a:accent5>
        <a:srgbClr val="FFB92A"/>
      </a:accent5>
      <a:accent6>
        <a:srgbClr val="3ADCC9"/>
      </a:accent6>
      <a:hlink>
        <a:srgbClr val="7F34B2"/>
      </a:hlink>
      <a:folHlink>
        <a:srgbClr val="48086F"/>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rot="0" spcFirstLastPara="0" vertOverflow="overflow" horzOverflow="overflow" vert="horz" wrap="square" lIns="182880" tIns="0" rIns="182880" bIns="0" numCol="1" spcCol="0" rtlCol="0" fromWordArt="0" anchor="ctr" anchorCtr="0" forceAA="0" compatLnSpc="1">
        <a:prstTxWarp prst="textNoShape">
          <a:avLst/>
        </a:prstTxWarp>
        <a:noAutofit/>
      </a:bodyPr>
      <a:lstStyle>
        <a:defPPr algn="ctr">
          <a:defRPr sz="1600" b="0" i="0">
            <a:solidFill>
              <a:schemeClr val="bg1"/>
            </a:solidFill>
            <a:latin typeface="+mn-lt"/>
            <a:ea typeface="Roboto" panose="02000000000000000000" pitchFamily="2" charset="0"/>
            <a:cs typeface="Roboto" panose="02000000000000000000" pitchFamily="2" charset="0"/>
          </a:defRPr>
        </a:defPPr>
      </a:lstStyle>
    </a:spDef>
    <a:txDef>
      <a:spPr>
        <a:noFill/>
      </a:spPr>
      <a:bodyPr wrap="square" lIns="0" tIns="91440" rIns="0" bIns="0" rtlCol="0">
        <a:normAutofit/>
      </a:bodyPr>
      <a:lstStyle>
        <a:defPPr marL="0" indent="-3657600" algn="l">
          <a:spcAft>
            <a:spcPts val="600"/>
          </a:spcAft>
          <a:defRPr sz="1600" b="0" i="0">
            <a:solidFill>
              <a:schemeClr val="tx2"/>
            </a:solidFill>
            <a:latin typeface="+mn-lt"/>
            <a:ea typeface="Roboto" panose="02000000000000000000" pitchFamily="2" charset="0"/>
            <a:cs typeface="Times New Roman" panose="02020603050405020304" pitchFamily="18" charset="0"/>
          </a:defRPr>
        </a:defPPr>
      </a:lstStyle>
    </a:txDef>
  </a:objectDefaults>
  <a:extraClrSchemeLst/>
  <a:custClrLst>
    <a:custClr name="Ultraviolet">
      <a:srgbClr val="7F35B2"/>
    </a:custClr>
    <a:custClr name="Black">
      <a:srgbClr val="000000"/>
    </a:custClr>
    <a:custClr name="White">
      <a:srgbClr val="FFFFFF"/>
    </a:custClr>
    <a:custClr name="Gray Matter Light">
      <a:srgbClr val="E6E6E6"/>
    </a:custClr>
    <a:custClr name="Gray Matter">
      <a:srgbClr val="BFBFBF"/>
    </a:custClr>
    <a:custClr name="Gray Matter Dark">
      <a:srgbClr val="808080"/>
    </a:custClr>
    <a:custClr name="White">
      <a:srgbClr val="FFFFFF"/>
    </a:custClr>
    <a:custClr name="White">
      <a:srgbClr val="FFFFFF"/>
    </a:custClr>
    <a:custClr name="White">
      <a:srgbClr val="FFFFFF"/>
    </a:custClr>
    <a:custClr name="White">
      <a:srgbClr val="FFFFFF"/>
    </a:custClr>
    <a:custClr name="Ultraviolet Dark">
      <a:srgbClr val="48086F"/>
    </a:custClr>
    <a:custClr name="Fireworks">
      <a:srgbClr val="C900AC"/>
    </a:custClr>
    <a:custClr name="Coral Reef">
      <a:srgbClr val="F6517F"/>
    </a:custClr>
    <a:custClr name="Mandarin">
      <a:srgbClr val="FF8204"/>
    </a:custClr>
    <a:custClr name="Submarine">
      <a:srgbClr val="FFB92A"/>
    </a:custClr>
    <a:custClr name="Infinity">
      <a:srgbClr val="3ADCC9"/>
    </a:custClr>
    <a:custClr name="Stratosphere">
      <a:srgbClr val="327FEF"/>
    </a:custClr>
    <a:custClr name="White">
      <a:srgbClr val="FFFFFF"/>
    </a:custClr>
    <a:custClr name="White">
      <a:srgbClr val="FFFFFF"/>
    </a:custClr>
    <a:custClr name="White">
      <a:srgbClr val="FFFFFF"/>
    </a:custClr>
    <a:custClr name="Ultraviolet Light">
      <a:srgbClr val="C2A8F0"/>
    </a:custClr>
    <a:custClr name="Fireworks Light">
      <a:srgbClr val="E377DC"/>
    </a:custClr>
    <a:custClr name="Coral Reef Light">
      <a:srgbClr val="FFA3C2"/>
    </a:custClr>
    <a:custClr name="Mandarin Light">
      <a:srgbClr val="FFBFAC"/>
    </a:custClr>
    <a:custClr name="Submarine Light">
      <a:srgbClr val="F8E19A"/>
    </a:custClr>
    <a:custClr name="Infinity Light">
      <a:srgbClr val="A8E8E2"/>
    </a:custClr>
    <a:custClr name="Stratosphere Light">
      <a:srgbClr val="C3D7FE"/>
    </a:custClr>
    <a:custClr name="White">
      <a:srgbClr val="FFFFFF"/>
    </a:custClr>
    <a:custClr name="White">
      <a:srgbClr val="FFFFFF"/>
    </a:custClr>
    <a:custClr name="White">
      <a:srgbClr val="FFFFFF"/>
    </a:custClr>
  </a:custClrLst>
  <a:extLst>
    <a:ext uri="{05A4C25C-085E-4340-85A3-A5531E510DB2}">
      <thm15:themeFamily xmlns:thm15="http://schemas.microsoft.com/office/thememl/2012/main" name="WTW" id="{756DFD34-E9ED-4AB7-BA7A-7E7C908406BA}" vid="{44BA676E-C765-403B-8EB5-68DCEE11A41B}"/>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4802</TotalTime>
  <Words>1209</Words>
  <Application>Microsoft Office PowerPoint</Application>
  <PresentationFormat>Widescreen</PresentationFormat>
  <Paragraphs>199</Paragraphs>
  <Slides>14</Slides>
  <Notes>4</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14</vt:i4>
      </vt:variant>
    </vt:vector>
  </HeadingPairs>
  <TitlesOfParts>
    <vt:vector size="26" baseType="lpstr">
      <vt:lpstr>Aptos</vt:lpstr>
      <vt:lpstr>Arial</vt:lpstr>
      <vt:lpstr>Calibri</vt:lpstr>
      <vt:lpstr>Graphik Regular</vt:lpstr>
      <vt:lpstr>Roboto</vt:lpstr>
      <vt:lpstr>System Font Regular</vt:lpstr>
      <vt:lpstr>Times New Roman</vt:lpstr>
      <vt:lpstr>Branded Template</vt:lpstr>
      <vt:lpstr>WTW Brand Template</vt:lpstr>
      <vt:lpstr>1_WTW Brand Template</vt:lpstr>
      <vt:lpstr>2_WTW Brand Template</vt:lpstr>
      <vt:lpstr>think-cell Slide</vt:lpstr>
      <vt:lpstr>Enhancing Basic Ratemaking with Technology</vt:lpstr>
      <vt:lpstr>Introductions</vt:lpstr>
      <vt:lpstr>PowerPoint Presentation</vt:lpstr>
      <vt:lpstr>PowerPoint Presentation</vt:lpstr>
      <vt:lpstr>Session 1</vt:lpstr>
      <vt:lpstr>WTW’s AI-enhanced Ratemaking Technology</vt:lpstr>
      <vt:lpstr>Session 2</vt:lpstr>
      <vt:lpstr>PowerPoint Presentation</vt:lpstr>
      <vt:lpstr>Session 3</vt:lpstr>
      <vt:lpstr>Session 4</vt:lpstr>
      <vt:lpstr>Session 5</vt:lpstr>
      <vt:lpstr>PowerPoint Presentation</vt:lpstr>
      <vt:lpstr>Collaborative Exercise</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Nitai Patel</dc:creator>
  <cp:lastModifiedBy>Nitai Patel</cp:lastModifiedBy>
  <cp:revision>3</cp:revision>
  <dcterms:created xsi:type="dcterms:W3CDTF">2026-02-01T19:35:51Z</dcterms:created>
  <dcterms:modified xsi:type="dcterms:W3CDTF">2026-02-06T01:05:46Z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347b247-e90e-43a3-9d7b-004f14ae6873_Enabled">
    <vt:lpwstr>true</vt:lpwstr>
  </property>
  <property fmtid="{D5CDD505-2E9C-101B-9397-08002B2CF9AE}" pid="3" name="MSIP_Label_d347b247-e90e-43a3-9d7b-004f14ae6873_SetDate">
    <vt:lpwstr>2026-02-01T20:13:33Z</vt:lpwstr>
  </property>
  <property fmtid="{D5CDD505-2E9C-101B-9397-08002B2CF9AE}" pid="4" name="MSIP_Label_d347b247-e90e-43a3-9d7b-004f14ae6873_Method">
    <vt:lpwstr>Standard</vt:lpwstr>
  </property>
  <property fmtid="{D5CDD505-2E9C-101B-9397-08002B2CF9AE}" pid="5" name="MSIP_Label_d347b247-e90e-43a3-9d7b-004f14ae6873_Name">
    <vt:lpwstr>d347b247-e90e-43a3-9d7b-004f14ae6873</vt:lpwstr>
  </property>
  <property fmtid="{D5CDD505-2E9C-101B-9397-08002B2CF9AE}" pid="6" name="MSIP_Label_d347b247-e90e-43a3-9d7b-004f14ae6873_SiteId">
    <vt:lpwstr>76e3921f-489b-4b7e-9547-9ea297add9b5</vt:lpwstr>
  </property>
  <property fmtid="{D5CDD505-2E9C-101B-9397-08002B2CF9AE}" pid="7" name="MSIP_Label_d347b247-e90e-43a3-9d7b-004f14ae6873_ActionId">
    <vt:lpwstr>1697327d-504d-4ae6-8665-1ac19bfd64f7</vt:lpwstr>
  </property>
  <property fmtid="{D5CDD505-2E9C-101B-9397-08002B2CF9AE}" pid="8" name="MSIP_Label_d347b247-e90e-43a3-9d7b-004f14ae6873_ContentBits">
    <vt:lpwstr>0</vt:lpwstr>
  </property>
  <property fmtid="{D5CDD505-2E9C-101B-9397-08002B2CF9AE}" pid="9" name="MSIP_Label_d347b247-e90e-43a3-9d7b-004f14ae6873_Tag">
    <vt:lpwstr>10, 3, 0, 1</vt:lpwstr>
  </property>
</Properties>
</file>